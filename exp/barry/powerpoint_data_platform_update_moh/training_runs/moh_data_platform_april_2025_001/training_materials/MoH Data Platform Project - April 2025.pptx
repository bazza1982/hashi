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2E_28797D6E.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19"/>
  </p:notesMasterIdLst>
  <p:handoutMasterIdLst>
    <p:handoutMasterId r:id="rId20"/>
  </p:handoutMasterIdLst>
  <p:sldIdLst>
    <p:sldId id="274" r:id="rId6"/>
    <p:sldId id="277" r:id="rId7"/>
    <p:sldId id="276" r:id="rId8"/>
    <p:sldId id="278" r:id="rId9"/>
    <p:sldId id="297" r:id="rId10"/>
    <p:sldId id="298" r:id="rId11"/>
    <p:sldId id="299" r:id="rId12"/>
    <p:sldId id="300" r:id="rId13"/>
    <p:sldId id="301" r:id="rId14"/>
    <p:sldId id="302" r:id="rId15"/>
    <p:sldId id="303" r:id="rId16"/>
    <p:sldId id="304" r:id="rId17"/>
    <p:sldId id="29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F61772-99B3-CAA6-9E0A-5AEFD619511D}" name="Barry Li" initials="BL" userId="S::Barry.Li@audit.nsw.gov.au::5342910b-15cb-490f-9019-0abf05b9a3ca" providerId="AD"/>
  <p188:author id="{602ABBB6-0455-6730-75FE-D8393E908C42}" name="Eric Nathaniel" initials="" userId="S::eric.nathaniel@audit.nsw.gov.au::c54f7711-0ccc-4cfb-a606-632c215765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D54D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4FD72-2FBC-A8DF-4970-67C79440F70C}" v="19" dt="2026-04-16T00:59:31.954"/>
    <p1510:client id="{7408EBD2-1ABD-9636-565F-D3B31EBE83F6}" v="24" dt="2026-04-15T23:59:15.148"/>
    <p1510:client id="{C47C12FF-24E5-4CA2-A1A4-C89EE51CF896}" v="122" dt="2026-04-16T00:25:15.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177" autoAdjust="0"/>
  </p:normalViewPr>
  <p:slideViewPr>
    <p:cSldViewPr snapToGrid="0">
      <p:cViewPr varScale="1">
        <p:scale>
          <a:sx n="76" d="100"/>
          <a:sy n="76" d="100"/>
        </p:scale>
        <p:origin x="1338" y="29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Nathaniel" userId="S::eric.nathaniel@audit.nsw.gov.au::c54f7711-0ccc-4cfb-a606-632c21576534" providerId="AD" clId="Web-{7408EBD2-1ABD-9636-565F-D3B31EBE83F6}"/>
    <pc:docChg chg="modSld">
      <pc:chgData name="Eric Nathaniel" userId="S::eric.nathaniel@audit.nsw.gov.au::c54f7711-0ccc-4cfb-a606-632c21576534" providerId="AD" clId="Web-{7408EBD2-1ABD-9636-565F-D3B31EBE83F6}" dt="2026-04-15T23:57:32.929" v="22" actId="20577"/>
      <pc:docMkLst>
        <pc:docMk/>
      </pc:docMkLst>
      <pc:sldChg chg="modSp">
        <pc:chgData name="Eric Nathaniel" userId="S::eric.nathaniel@audit.nsw.gov.au::c54f7711-0ccc-4cfb-a606-632c21576534" providerId="AD" clId="Web-{7408EBD2-1ABD-9636-565F-D3B31EBE83F6}" dt="2026-04-15T23:57:32.929" v="22" actId="20577"/>
        <pc:sldMkLst>
          <pc:docMk/>
          <pc:sldMk cId="679050606" sldId="302"/>
        </pc:sldMkLst>
        <pc:spChg chg="mod">
          <ac:chgData name="Eric Nathaniel" userId="S::eric.nathaniel@audit.nsw.gov.au::c54f7711-0ccc-4cfb-a606-632c21576534" providerId="AD" clId="Web-{7408EBD2-1ABD-9636-565F-D3B31EBE83F6}" dt="2026-04-15T23:57:32.929" v="22" actId="20577"/>
          <ac:spMkLst>
            <pc:docMk/>
            <pc:sldMk cId="679050606" sldId="302"/>
            <ac:spMk id="6" creationId="{D9F420B8-AB76-CF40-A5D5-78F658DED6A2}"/>
          </ac:spMkLst>
        </pc:spChg>
      </pc:sldChg>
    </pc:docChg>
  </pc:docChgLst>
  <pc:docChgLst>
    <pc:chgData name="Barry Li" userId="5342910b-15cb-490f-9019-0abf05b9a3ca" providerId="ADAL" clId="{0B80C618-C6CD-46E9-A53F-80B8CAFF95BB}"/>
    <pc:docChg chg="undo custSel mod addSld modSld sldOrd modMainMaster">
      <pc:chgData name="Barry Li" userId="5342910b-15cb-490f-9019-0abf05b9a3ca" providerId="ADAL" clId="{0B80C618-C6CD-46E9-A53F-80B8CAFF95BB}" dt="2026-04-16T00:29:15.376" v="408" actId="20577"/>
      <pc:docMkLst>
        <pc:docMk/>
      </pc:docMkLst>
      <pc:sldChg chg="modSp mod">
        <pc:chgData name="Barry Li" userId="5342910b-15cb-490f-9019-0abf05b9a3ca" providerId="ADAL" clId="{0B80C618-C6CD-46E9-A53F-80B8CAFF95BB}" dt="2026-04-16T00:22:12.835" v="183" actId="20577"/>
        <pc:sldMkLst>
          <pc:docMk/>
          <pc:sldMk cId="3264371172" sldId="278"/>
        </pc:sldMkLst>
        <pc:spChg chg="mod">
          <ac:chgData name="Barry Li" userId="5342910b-15cb-490f-9019-0abf05b9a3ca" providerId="ADAL" clId="{0B80C618-C6CD-46E9-A53F-80B8CAFF95BB}" dt="2026-04-16T00:22:12.835" v="183" actId="20577"/>
          <ac:spMkLst>
            <pc:docMk/>
            <pc:sldMk cId="3264371172" sldId="278"/>
            <ac:spMk id="6" creationId="{73D4683A-695D-F8BC-848A-16B25CBA9FD5}"/>
          </ac:spMkLst>
        </pc:spChg>
      </pc:sldChg>
      <pc:sldChg chg="delSp mod">
        <pc:chgData name="Barry Li" userId="5342910b-15cb-490f-9019-0abf05b9a3ca" providerId="ADAL" clId="{0B80C618-C6CD-46E9-A53F-80B8CAFF95BB}" dt="2026-04-16T00:18:40.570" v="64" actId="478"/>
        <pc:sldMkLst>
          <pc:docMk/>
          <pc:sldMk cId="393182719" sldId="291"/>
        </pc:sldMkLst>
        <pc:spChg chg="del">
          <ac:chgData name="Barry Li" userId="5342910b-15cb-490f-9019-0abf05b9a3ca" providerId="ADAL" clId="{0B80C618-C6CD-46E9-A53F-80B8CAFF95BB}" dt="2026-04-16T00:18:40.570" v="64" actId="478"/>
          <ac:spMkLst>
            <pc:docMk/>
            <pc:sldMk cId="393182719" sldId="291"/>
            <ac:spMk id="2" creationId="{76E69E82-09F9-5D7C-3D14-BCC67C607029}"/>
          </ac:spMkLst>
        </pc:spChg>
      </pc:sldChg>
      <pc:sldChg chg="modSp mod">
        <pc:chgData name="Barry Li" userId="5342910b-15cb-490f-9019-0abf05b9a3ca" providerId="ADAL" clId="{0B80C618-C6CD-46E9-A53F-80B8CAFF95BB}" dt="2026-04-16T00:23:43.433" v="196"/>
        <pc:sldMkLst>
          <pc:docMk/>
          <pc:sldMk cId="3167925589" sldId="297"/>
        </pc:sldMkLst>
        <pc:spChg chg="mod">
          <ac:chgData name="Barry Li" userId="5342910b-15cb-490f-9019-0abf05b9a3ca" providerId="ADAL" clId="{0B80C618-C6CD-46E9-A53F-80B8CAFF95BB}" dt="2026-04-16T00:23:43.433" v="196"/>
          <ac:spMkLst>
            <pc:docMk/>
            <pc:sldMk cId="3167925589" sldId="297"/>
            <ac:spMk id="2" creationId="{4DA0033C-4166-5E68-7C68-60DC821E38F9}"/>
          </ac:spMkLst>
        </pc:spChg>
        <pc:spChg chg="mod">
          <ac:chgData name="Barry Li" userId="5342910b-15cb-490f-9019-0abf05b9a3ca" providerId="ADAL" clId="{0B80C618-C6CD-46E9-A53F-80B8CAFF95BB}" dt="2026-04-15T23:45:18.709" v="2" actId="33524"/>
          <ac:spMkLst>
            <pc:docMk/>
            <pc:sldMk cId="3167925589" sldId="297"/>
            <ac:spMk id="6" creationId="{12DA4576-8A2D-D29A-FF3C-8EF7AB26C622}"/>
          </ac:spMkLst>
        </pc:spChg>
      </pc:sldChg>
      <pc:sldChg chg="modSp mod">
        <pc:chgData name="Barry Li" userId="5342910b-15cb-490f-9019-0abf05b9a3ca" providerId="ADAL" clId="{0B80C618-C6CD-46E9-A53F-80B8CAFF95BB}" dt="2026-04-16T00:23:35.464" v="195" actId="20577"/>
        <pc:sldMkLst>
          <pc:docMk/>
          <pc:sldMk cId="724003516" sldId="298"/>
        </pc:sldMkLst>
        <pc:spChg chg="mod">
          <ac:chgData name="Barry Li" userId="5342910b-15cb-490f-9019-0abf05b9a3ca" providerId="ADAL" clId="{0B80C618-C6CD-46E9-A53F-80B8CAFF95BB}" dt="2026-04-16T00:23:35.464" v="195" actId="20577"/>
          <ac:spMkLst>
            <pc:docMk/>
            <pc:sldMk cId="724003516" sldId="298"/>
            <ac:spMk id="2" creationId="{D2AF24A5-2835-5AFC-D875-E905D9FD4523}"/>
          </ac:spMkLst>
        </pc:spChg>
        <pc:spChg chg="mod">
          <ac:chgData name="Barry Li" userId="5342910b-15cb-490f-9019-0abf05b9a3ca" providerId="ADAL" clId="{0B80C618-C6CD-46E9-A53F-80B8CAFF95BB}" dt="2026-04-15T23:45:37.539" v="4" actId="5793"/>
          <ac:spMkLst>
            <pc:docMk/>
            <pc:sldMk cId="724003516" sldId="298"/>
            <ac:spMk id="6" creationId="{525D3A37-F954-75DD-847E-81484CEAE6CA}"/>
          </ac:spMkLst>
        </pc:spChg>
      </pc:sldChg>
      <pc:sldChg chg="addSp delSp modSp add mod ord">
        <pc:chgData name="Barry Li" userId="5342910b-15cb-490f-9019-0abf05b9a3ca" providerId="ADAL" clId="{0B80C618-C6CD-46E9-A53F-80B8CAFF95BB}" dt="2026-04-15T23:49:14.890" v="61" actId="20577"/>
        <pc:sldMkLst>
          <pc:docMk/>
          <pc:sldMk cId="23958514" sldId="303"/>
        </pc:sldMkLst>
        <pc:spChg chg="mod">
          <ac:chgData name="Barry Li" userId="5342910b-15cb-490f-9019-0abf05b9a3ca" providerId="ADAL" clId="{0B80C618-C6CD-46E9-A53F-80B8CAFF95BB}" dt="2026-04-15T23:47:43.493" v="36" actId="20577"/>
          <ac:spMkLst>
            <pc:docMk/>
            <pc:sldMk cId="23958514" sldId="303"/>
            <ac:spMk id="2" creationId="{617D66C0-7F10-A6FB-5F0D-30F6CFCC80DD}"/>
          </ac:spMkLst>
        </pc:spChg>
        <pc:spChg chg="del">
          <ac:chgData name="Barry Li" userId="5342910b-15cb-490f-9019-0abf05b9a3ca" providerId="ADAL" clId="{0B80C618-C6CD-46E9-A53F-80B8CAFF95BB}" dt="2026-04-15T23:47:48.999" v="37" actId="478"/>
          <ac:spMkLst>
            <pc:docMk/>
            <pc:sldMk cId="23958514" sldId="303"/>
            <ac:spMk id="3" creationId="{E604129D-0C06-D99E-95A1-D193878950B9}"/>
          </ac:spMkLst>
        </pc:spChg>
        <pc:spChg chg="mod">
          <ac:chgData name="Barry Li" userId="5342910b-15cb-490f-9019-0abf05b9a3ca" providerId="ADAL" clId="{0B80C618-C6CD-46E9-A53F-80B8CAFF95BB}" dt="2026-04-15T23:47:31.224" v="9" actId="20577"/>
          <ac:spMkLst>
            <pc:docMk/>
            <pc:sldMk cId="23958514" sldId="303"/>
            <ac:spMk id="4" creationId="{ED800C33-A215-807A-0C9A-B7A744A260A2}"/>
          </ac:spMkLst>
        </pc:spChg>
        <pc:spChg chg="add mod">
          <ac:chgData name="Barry Li" userId="5342910b-15cb-490f-9019-0abf05b9a3ca" providerId="ADAL" clId="{0B80C618-C6CD-46E9-A53F-80B8CAFF95BB}" dt="2026-04-15T23:49:14.890" v="61" actId="20577"/>
          <ac:spMkLst>
            <pc:docMk/>
            <pc:sldMk cId="23958514" sldId="303"/>
            <ac:spMk id="6" creationId="{2ADB449A-63E4-6B19-EDD1-740D59508BC5}"/>
          </ac:spMkLst>
        </pc:spChg>
      </pc:sldChg>
      <pc:sldChg chg="modSp add mod modCm">
        <pc:chgData name="Barry Li" userId="5342910b-15cb-490f-9019-0abf05b9a3ca" providerId="ADAL" clId="{0B80C618-C6CD-46E9-A53F-80B8CAFF95BB}" dt="2026-04-16T00:29:15.376" v="408" actId="20577"/>
        <pc:sldMkLst>
          <pc:docMk/>
          <pc:sldMk cId="987486004" sldId="304"/>
        </pc:sldMkLst>
        <pc:spChg chg="mod">
          <ac:chgData name="Barry Li" userId="5342910b-15cb-490f-9019-0abf05b9a3ca" providerId="ADAL" clId="{0B80C618-C6CD-46E9-A53F-80B8CAFF95BB}" dt="2026-04-16T00:28:48.436" v="376" actId="20577"/>
          <ac:spMkLst>
            <pc:docMk/>
            <pc:sldMk cId="987486004" sldId="304"/>
            <ac:spMk id="2" creationId="{0D33A863-AD80-830E-3C7A-2645B4988EA5}"/>
          </ac:spMkLst>
        </pc:spChg>
        <pc:spChg chg="mod">
          <ac:chgData name="Barry Li" userId="5342910b-15cb-490f-9019-0abf05b9a3ca" providerId="ADAL" clId="{0B80C618-C6CD-46E9-A53F-80B8CAFF95BB}" dt="2026-04-16T00:29:15.376" v="408" actId="20577"/>
          <ac:spMkLst>
            <pc:docMk/>
            <pc:sldMk cId="987486004" sldId="304"/>
            <ac:spMk id="6" creationId="{FEC8832D-66F8-E248-5C3F-02D04043317D}"/>
          </ac:spMkLst>
        </pc:spChg>
        <pc:extLst>
          <p:ext xmlns:p="http://schemas.openxmlformats.org/presentationml/2006/main" uri="{D6D511B9-2390-475A-947B-AFAB55BFBCF1}">
            <pc226:cmChg xmlns:pc226="http://schemas.microsoft.com/office/powerpoint/2022/06/main/command" chg="mod">
              <pc226:chgData name="Barry Li" userId="5342910b-15cb-490f-9019-0abf05b9a3ca" providerId="ADAL" clId="{0B80C618-C6CD-46E9-A53F-80B8CAFF95BB}" dt="2026-04-16T00:25:23.922" v="211" actId="20577"/>
              <pc2:cmMkLst xmlns:pc2="http://schemas.microsoft.com/office/powerpoint/2019/9/main/command">
                <pc:docMk/>
                <pc:sldMk cId="987486004" sldId="304"/>
                <pc2:cmMk id="{415CDDF4-45CD-41EE-8003-84FFE0AB61B8}"/>
              </pc2:cmMkLst>
            </pc226:cmChg>
          </p:ext>
        </pc:extLst>
      </pc:sldChg>
      <pc:sldMasterChg chg="addSp mod">
        <pc:chgData name="Barry Li" userId="5342910b-15cb-490f-9019-0abf05b9a3ca" providerId="ADAL" clId="{0B80C618-C6CD-46E9-A53F-80B8CAFF95BB}" dt="2026-04-15T23:43:38.574" v="0" actId="33475"/>
        <pc:sldMasterMkLst>
          <pc:docMk/>
          <pc:sldMasterMk cId="3388258077" sldId="2147483648"/>
        </pc:sldMasterMkLst>
        <pc:spChg chg="add">
          <ac:chgData name="Barry Li" userId="5342910b-15cb-490f-9019-0abf05b9a3ca" providerId="ADAL" clId="{0B80C618-C6CD-46E9-A53F-80B8CAFF95BB}" dt="2026-04-15T23:43:38.574" v="0" actId="33475"/>
          <ac:spMkLst>
            <pc:docMk/>
            <pc:sldMasterMk cId="3388258077" sldId="2147483648"/>
            <ac:spMk id="4" creationId="{C3AA7DCC-29C0-77C4-D54B-A3A1603E5265}"/>
          </ac:spMkLst>
        </pc:spChg>
        <pc:spChg chg="add">
          <ac:chgData name="Barry Li" userId="5342910b-15cb-490f-9019-0abf05b9a3ca" providerId="ADAL" clId="{0B80C618-C6CD-46E9-A53F-80B8CAFF95BB}" dt="2026-04-15T23:43:38.574" v="0" actId="33475"/>
          <ac:spMkLst>
            <pc:docMk/>
            <pc:sldMasterMk cId="3388258077" sldId="2147483648"/>
            <ac:spMk id="5" creationId="{7696A85A-A8AE-6733-BB73-BFBE233F9B91}"/>
          </ac:spMkLst>
        </pc:spChg>
      </pc:sldMasterChg>
    </pc:docChg>
  </pc:docChgLst>
  <pc:docChgLst>
    <pc:chgData name="Nathan Carter" userId="S::nathan.carter@audit.nsw.gov.au::afb432bd-3f40-403b-a909-a9c97309ab0c" providerId="AD" clId="Web-{4974FD72-2FBC-A8DF-4970-67C79440F70C}"/>
    <pc:docChg chg="modSld">
      <pc:chgData name="Nathan Carter" userId="S::nathan.carter@audit.nsw.gov.au::afb432bd-3f40-403b-a909-a9c97309ab0c" providerId="AD" clId="Web-{4974FD72-2FBC-A8DF-4970-67C79440F70C}" dt="2026-04-16T00:59:31.954" v="18" actId="20577"/>
      <pc:docMkLst>
        <pc:docMk/>
      </pc:docMkLst>
      <pc:sldChg chg="modSp">
        <pc:chgData name="Nathan Carter" userId="S::nathan.carter@audit.nsw.gov.au::afb432bd-3f40-403b-a909-a9c97309ab0c" providerId="AD" clId="Web-{4974FD72-2FBC-A8DF-4970-67C79440F70C}" dt="2026-04-16T00:59:31.954" v="18" actId="20577"/>
        <pc:sldMkLst>
          <pc:docMk/>
          <pc:sldMk cId="3167925589" sldId="297"/>
        </pc:sldMkLst>
        <pc:spChg chg="mod">
          <ac:chgData name="Nathan Carter" userId="S::nathan.carter@audit.nsw.gov.au::afb432bd-3f40-403b-a909-a9c97309ab0c" providerId="AD" clId="Web-{4974FD72-2FBC-A8DF-4970-67C79440F70C}" dt="2026-04-16T00:59:31.954" v="18" actId="20577"/>
          <ac:spMkLst>
            <pc:docMk/>
            <pc:sldMk cId="3167925589" sldId="297"/>
            <ac:spMk id="6" creationId="{12DA4576-8A2D-D29A-FF3C-8EF7AB26C622}"/>
          </ac:spMkLst>
        </pc:spChg>
      </pc:sldChg>
    </pc:docChg>
  </pc:docChgLst>
</pc:chgInfo>
</file>

<file path=ppt/comments/modernComment_12E_28797D6E.xml><?xml version="1.0" encoding="utf-8"?>
<p188:cmLst xmlns:a="http://schemas.openxmlformats.org/drawingml/2006/main" xmlns:r="http://schemas.openxmlformats.org/officeDocument/2006/relationships" xmlns:p188="http://schemas.microsoft.com/office/powerpoint/2018/8/main">
  <p188:cm id="{407602D4-EF5E-48DB-9AA4-D93E56F7511B}" authorId="{0EF61772-99B3-CAA6-9E0A-5AEFD619511D}" created="2026-04-15T23:47:05.062" startDate="2026-04-15T23:47:05.062" dueDate="2026-04-15T23:47:05.062" assignedTo="{602ABBB6-0455-6730-75FE-D8393E908C42}" title="@Eric Nathaniel Hi Eric, this section is for you to raise any other pending data requests (if any) to both Paul and eHealth leaders. Let me know if it is not needed and I’ll remove the items.">
    <ac:txMkLst xmlns:ac="http://schemas.microsoft.com/office/drawing/2013/main/command">
      <pc:docMk xmlns:pc="http://schemas.microsoft.com/office/powerpoint/2013/main/command"/>
      <pc:sldMk xmlns:pc="http://schemas.microsoft.com/office/powerpoint/2013/main/command" cId="679050606" sldId="302"/>
      <ac:spMk id="2" creationId="{3BF5A78E-AC0C-DFBD-3140-13EE95C7E7C4}"/>
      <ac:txMk cp="0" len="16">
        <ac:context len="17" hash="2757350490"/>
      </ac:txMk>
    </ac:txMkLst>
    <p188:pos x="2688654" y="570484"/>
    <p188:replyLst>
      <p188:reply id="{1010D581-1D33-4213-9AC2-1954F6328318}" authorId="{602ABBB6-0455-6730-75FE-D8393E908C42}" created="2026-04-15T23:59:15.148">
        <p188:txBody>
          <a:bodyPr/>
          <a:lstStyle/>
          <a:p>
            <a:r>
              <a:rPr lang="en-US"/>
              <a:t>Thanks Barry, just added another item relating to ICG, Paul is aware but not sure if they might be relevant for the data platform project</a:t>
            </a:r>
          </a:p>
        </p188:txBody>
      </p188:reply>
    </p188:replyLst>
    <p188:txBody>
      <a:bodyPr/>
      <a:lstStyle/>
      <a:p>
        <a:r>
          <a:rPr lang="en-AU"/>
          <a:t>[@Eric Nathaniel]  Hi Eric, this section is for you to raise any other pending data requests (if any) to both Paul and eHealth leaders. Let me know if it is not needed and I’ll remove the items.</a:t>
        </a:r>
      </a:p>
    </p188:txBody>
    <p188:extLst>
      <p:ext xmlns:p="http://schemas.openxmlformats.org/presentationml/2006/main" uri="{5BB2D875-25FF-4072-B9AC-8F64D62656EB}">
        <p228:taskDetails xmlns:p228="http://schemas.microsoft.com/office/powerpoint/2022/08/main">
          <p228:history>
            <p228:event time="2026-04-15T23:47:05.062" id="{6C8B99C1-CCEF-4A9E-A17E-6B61EA642D4C}">
              <p228:atrbtn authorId="{0EF61772-99B3-CAA6-9E0A-5AEFD619511D}"/>
              <p228:anchr>
                <p228:comment id="{407602D4-EF5E-48DB-9AA4-D93E56F7511B}"/>
              </p228:anchr>
              <p228:add/>
            </p228:event>
            <p228:event time="2026-04-15T23:47:05.062" id="{FA5DD708-8CAE-41C9-A99A-F4954D791956}">
              <p228:atrbtn authorId="{0EF61772-99B3-CAA6-9E0A-5AEFD619511D}"/>
              <p228:anchr>
                <p228:comment id="{407602D4-EF5E-48DB-9AA4-D93E56F7511B}"/>
              </p228:anchr>
              <p228:asgn authorId="{602ABBB6-0455-6730-75FE-D8393E908C42}"/>
            </p228:event>
            <p228:event time="2026-04-15T23:47:05.062" id="{E2EC7B54-6062-41C9-A1B3-7F615AA2D6FF}">
              <p228:atrbtn authorId="{0EF61772-99B3-CAA6-9E0A-5AEFD619511D}"/>
              <p228:anchr>
                <p228:comment id="{407602D4-EF5E-48DB-9AA4-D93E56F7511B}"/>
              </p228:anchr>
              <p228:title val="@Eric Nathaniel Hi Eric, this section is for you to raise any other pending data requests (if any) to both Paul and eHealth leaders. Let me know if it is not needed and I’ll remove the items."/>
            </p228:event>
            <p228:event time="2026-04-15T23:47:05.062" id="{A021D6D4-BC1B-4D29-9E56-9EA530C52CF7}">
              <p228:atrbtn authorId="{0EF61772-99B3-CAA6-9E0A-5AEFD619511D}"/>
              <p228:anchr>
                <p228:comment id="{407602D4-EF5E-48DB-9AA4-D93E56F7511B}"/>
              </p228:anchr>
              <p228:date stDt="2026-04-15T23:47:05.062" endDt="2026-04-15T23:47:05.062"/>
            </p228:event>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3EA82C9-552E-40D3-9369-AFEB79F3B9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BD2A4EF7-7BA8-E3D8-2F62-2262B42D3C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9E7F79-A6E7-44C4-8F28-5F3992A6FD59}" type="datetimeFigureOut">
              <a:rPr lang="en-AU" smtClean="0"/>
              <a:t>15/04/2026</a:t>
            </a:fld>
            <a:endParaRPr lang="en-AU"/>
          </a:p>
        </p:txBody>
      </p:sp>
      <p:sp>
        <p:nvSpPr>
          <p:cNvPr id="4" name="Footer Placeholder 3">
            <a:extLst>
              <a:ext uri="{FF2B5EF4-FFF2-40B4-BE49-F238E27FC236}">
                <a16:creationId xmlns:a16="http://schemas.microsoft.com/office/drawing/2014/main" id="{6C373CAD-9481-994C-8E69-215E1D5DD7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19DBEB40-D5D7-9796-DC0C-D634000713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6287C0-F40C-4EFA-B834-8387827A3F08}" type="slidenum">
              <a:rPr lang="en-AU" smtClean="0"/>
              <a:t>‹#›</a:t>
            </a:fld>
            <a:endParaRPr lang="en-AU"/>
          </a:p>
        </p:txBody>
      </p:sp>
    </p:spTree>
    <p:extLst>
      <p:ext uri="{BB962C8B-B14F-4D97-AF65-F5344CB8AC3E}">
        <p14:creationId xmlns:p14="http://schemas.microsoft.com/office/powerpoint/2010/main" val="155814827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40559-1F33-4564-8028-3E561A4DA6E8}" type="datetimeFigureOut">
              <a:rPr lang="en-AU" smtClean="0"/>
              <a:t>15/04/2026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0832C-1CBD-4EAE-AC3E-EDEA8A85812D}" type="slidenum">
              <a:rPr lang="en-AU" smtClean="0"/>
              <a:t>‹#›</a:t>
            </a:fld>
            <a:endParaRPr lang="en-AU"/>
          </a:p>
        </p:txBody>
      </p:sp>
    </p:spTree>
    <p:extLst>
      <p:ext uri="{BB962C8B-B14F-4D97-AF65-F5344CB8AC3E}">
        <p14:creationId xmlns:p14="http://schemas.microsoft.com/office/powerpoint/2010/main" val="74296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image lef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0E768A-636F-3167-5D75-02D3F4458197}"/>
              </a:ext>
            </a:extLst>
          </p:cNvPr>
          <p:cNvSpPr/>
          <p:nvPr userDrawn="1"/>
        </p:nvSpPr>
        <p:spPr>
          <a:xfrm>
            <a:off x="5372853" y="368300"/>
            <a:ext cx="6480000"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79B4AC1-27E6-DA6B-C157-9A904150F690}"/>
              </a:ext>
            </a:extLst>
          </p:cNvPr>
          <p:cNvSpPr>
            <a:spLocks noGrp="1"/>
          </p:cNvSpPr>
          <p:nvPr>
            <p:ph type="ctrTitle" hasCustomPrompt="1"/>
          </p:nvPr>
        </p:nvSpPr>
        <p:spPr>
          <a:xfrm>
            <a:off x="5735637" y="1333260"/>
            <a:ext cx="5760000" cy="1527453"/>
          </a:xfrm>
          <a:prstGeom prst="rect">
            <a:avLst/>
          </a:prstGeom>
        </p:spPr>
        <p:txBody>
          <a:bodyPr bIns="180000" anchor="b" anchorCtr="0">
            <a:normAutofit/>
          </a:bodyPr>
          <a:lstStyle>
            <a:lvl1pPr algn="l">
              <a:defRPr sz="3200" b="1" u="none" baseline="0">
                <a:ln>
                  <a:noFill/>
                </a:ln>
                <a:uFillTx/>
              </a:defRPr>
            </a:lvl1pPr>
          </a:lstStyle>
          <a:p>
            <a:r>
              <a:rPr lang="en-GB" dirty="0"/>
              <a:t>Heading goes here</a:t>
            </a:r>
            <a:endParaRPr lang="en-AU" dirty="0"/>
          </a:p>
        </p:txBody>
      </p:sp>
      <p:sp>
        <p:nvSpPr>
          <p:cNvPr id="8" name="Picture Placeholder 7">
            <a:extLst>
              <a:ext uri="{FF2B5EF4-FFF2-40B4-BE49-F238E27FC236}">
                <a16:creationId xmlns:a16="http://schemas.microsoft.com/office/drawing/2014/main" id="{853AF6C6-CAF6-2EE5-7C9B-CA23FF14410C}"/>
              </a:ext>
            </a:extLst>
          </p:cNvPr>
          <p:cNvSpPr>
            <a:spLocks noGrp="1"/>
          </p:cNvSpPr>
          <p:nvPr>
            <p:ph type="pic" sz="quarter" idx="10" hasCustomPrompt="1"/>
          </p:nvPr>
        </p:nvSpPr>
        <p:spPr>
          <a:xfrm>
            <a:off x="334962" y="368300"/>
            <a:ext cx="4789487" cy="6121400"/>
          </a:xfrm>
          <a:prstGeom prst="rect">
            <a:avLst/>
          </a:prstGeom>
        </p:spPr>
        <p:txBody>
          <a:bodyPr anchor="ctr" anchorCtr="0"/>
          <a:lstStyle>
            <a:lvl1pPr marL="0" indent="0" algn="ctr">
              <a:buFontTx/>
              <a:buNone/>
              <a:defRPr/>
            </a:lvl1pPr>
          </a:lstStyle>
          <a:p>
            <a:r>
              <a:rPr lang="en-GB" dirty="0"/>
              <a:t>Image goes here</a:t>
            </a:r>
            <a:endParaRPr lang="en-AU" dirty="0"/>
          </a:p>
        </p:txBody>
      </p:sp>
      <p:grpSp>
        <p:nvGrpSpPr>
          <p:cNvPr id="14" name="Group 13">
            <a:extLst>
              <a:ext uri="{FF2B5EF4-FFF2-40B4-BE49-F238E27FC236}">
                <a16:creationId xmlns:a16="http://schemas.microsoft.com/office/drawing/2014/main" id="{10EA893D-FEC6-E5A3-1F0D-549BA74B4758}"/>
              </a:ext>
            </a:extLst>
          </p:cNvPr>
          <p:cNvGrpSpPr/>
          <p:nvPr userDrawn="1"/>
        </p:nvGrpSpPr>
        <p:grpSpPr>
          <a:xfrm>
            <a:off x="11041063" y="552640"/>
            <a:ext cx="638858" cy="352046"/>
            <a:chOff x="7044669" y="203200"/>
            <a:chExt cx="1786057" cy="984216"/>
          </a:xfrm>
        </p:grpSpPr>
        <p:sp>
          <p:nvSpPr>
            <p:cNvPr id="15" name="Freeform 6">
              <a:extLst>
                <a:ext uri="{FF2B5EF4-FFF2-40B4-BE49-F238E27FC236}">
                  <a16:creationId xmlns:a16="http://schemas.microsoft.com/office/drawing/2014/main" id="{183F369C-1E7B-F205-7F0F-D4950B39833B}"/>
                </a:ext>
              </a:extLst>
            </p:cNvPr>
            <p:cNvSpPr/>
            <p:nvPr/>
          </p:nvSpPr>
          <p:spPr>
            <a:xfrm>
              <a:off x="7937745" y="203200"/>
              <a:ext cx="892981" cy="982218"/>
            </a:xfrm>
            <a:custGeom>
              <a:avLst/>
              <a:gdLst>
                <a:gd name="connsiteX0" fmla="*/ 891371 w 892981"/>
                <a:gd name="connsiteY0" fmla="*/ 457906 h 982218"/>
                <a:gd name="connsiteX1" fmla="*/ 437063 w 892981"/>
                <a:gd name="connsiteY1" fmla="*/ 1713 h 982218"/>
                <a:gd name="connsiteX2" fmla="*/ 403050 w 892981"/>
                <a:gd name="connsiteY2" fmla="*/ 0 h 982218"/>
                <a:gd name="connsiteX3" fmla="*/ 369036 w 892981"/>
                <a:gd name="connsiteY3" fmla="*/ 1713 h 982218"/>
                <a:gd name="connsiteX4" fmla="*/ 0 w 892981"/>
                <a:gd name="connsiteY4" fmla="*/ 213493 h 982218"/>
                <a:gd name="connsiteX5" fmla="*/ 284 w 892981"/>
                <a:gd name="connsiteY5" fmla="*/ 213873 h 982218"/>
                <a:gd name="connsiteX6" fmla="*/ 85082 w 892981"/>
                <a:gd name="connsiteY6" fmla="*/ 455527 h 982218"/>
                <a:gd name="connsiteX7" fmla="*/ 85177 w 892981"/>
                <a:gd name="connsiteY7" fmla="*/ 455527 h 982218"/>
                <a:gd name="connsiteX8" fmla="*/ 368941 w 892981"/>
                <a:gd name="connsiteY8" fmla="*/ 172583 h 982218"/>
                <a:gd name="connsiteX9" fmla="*/ 402955 w 892981"/>
                <a:gd name="connsiteY9" fmla="*/ 170680 h 982218"/>
                <a:gd name="connsiteX10" fmla="*/ 436969 w 892981"/>
                <a:gd name="connsiteY10" fmla="*/ 172583 h 982218"/>
                <a:gd name="connsiteX11" fmla="*/ 721112 w 892981"/>
                <a:gd name="connsiteY11" fmla="*/ 457906 h 982218"/>
                <a:gd name="connsiteX12" fmla="*/ 722912 w 892981"/>
                <a:gd name="connsiteY12" fmla="*/ 492156 h 982218"/>
                <a:gd name="connsiteX13" fmla="*/ 721112 w 892981"/>
                <a:gd name="connsiteY13" fmla="*/ 526216 h 982218"/>
                <a:gd name="connsiteX14" fmla="*/ 439811 w 892981"/>
                <a:gd name="connsiteY14" fmla="*/ 811158 h 982218"/>
                <a:gd name="connsiteX15" fmla="*/ 439811 w 892981"/>
                <a:gd name="connsiteY15" fmla="*/ 982219 h 982218"/>
                <a:gd name="connsiteX16" fmla="*/ 891276 w 892981"/>
                <a:gd name="connsiteY16" fmla="*/ 526216 h 982218"/>
                <a:gd name="connsiteX17" fmla="*/ 892981 w 892981"/>
                <a:gd name="connsiteY17" fmla="*/ 492156 h 982218"/>
                <a:gd name="connsiteX18" fmla="*/ 891276 w 892981"/>
                <a:gd name="connsiteY18" fmla="*/ 457906 h 98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2981" h="982218">
                  <a:moveTo>
                    <a:pt x="891371" y="457906"/>
                  </a:moveTo>
                  <a:cubicBezTo>
                    <a:pt x="874506" y="213968"/>
                    <a:pt x="680087" y="18647"/>
                    <a:pt x="437063" y="1713"/>
                  </a:cubicBezTo>
                  <a:cubicBezTo>
                    <a:pt x="425789" y="951"/>
                    <a:pt x="414514" y="0"/>
                    <a:pt x="403050" y="0"/>
                  </a:cubicBezTo>
                  <a:cubicBezTo>
                    <a:pt x="391585" y="0"/>
                    <a:pt x="380311" y="951"/>
                    <a:pt x="369036" y="1713"/>
                  </a:cubicBezTo>
                  <a:cubicBezTo>
                    <a:pt x="216021" y="12368"/>
                    <a:pt x="82240" y="93807"/>
                    <a:pt x="0" y="213493"/>
                  </a:cubicBezTo>
                  <a:cubicBezTo>
                    <a:pt x="0" y="213588"/>
                    <a:pt x="189" y="213778"/>
                    <a:pt x="284" y="213873"/>
                  </a:cubicBezTo>
                  <a:cubicBezTo>
                    <a:pt x="48036" y="283610"/>
                    <a:pt x="78450" y="366287"/>
                    <a:pt x="85082" y="455527"/>
                  </a:cubicBezTo>
                  <a:lnTo>
                    <a:pt x="85177" y="455527"/>
                  </a:lnTo>
                  <a:cubicBezTo>
                    <a:pt x="102041" y="306729"/>
                    <a:pt x="220474" y="188471"/>
                    <a:pt x="368941" y="172583"/>
                  </a:cubicBezTo>
                  <a:cubicBezTo>
                    <a:pt x="380121" y="171346"/>
                    <a:pt x="391491" y="170680"/>
                    <a:pt x="402955" y="170680"/>
                  </a:cubicBezTo>
                  <a:cubicBezTo>
                    <a:pt x="414419" y="170680"/>
                    <a:pt x="425789" y="171346"/>
                    <a:pt x="436969" y="172583"/>
                  </a:cubicBezTo>
                  <a:cubicBezTo>
                    <a:pt x="586288" y="188566"/>
                    <a:pt x="705289" y="307966"/>
                    <a:pt x="721112" y="457906"/>
                  </a:cubicBezTo>
                  <a:cubicBezTo>
                    <a:pt x="722249" y="469227"/>
                    <a:pt x="722912" y="480549"/>
                    <a:pt x="722912" y="492156"/>
                  </a:cubicBezTo>
                  <a:cubicBezTo>
                    <a:pt x="722912" y="503763"/>
                    <a:pt x="722249" y="515085"/>
                    <a:pt x="721112" y="526216"/>
                  </a:cubicBezTo>
                  <a:cubicBezTo>
                    <a:pt x="705384" y="675204"/>
                    <a:pt x="587804" y="794033"/>
                    <a:pt x="439811" y="811158"/>
                  </a:cubicBezTo>
                  <a:lnTo>
                    <a:pt x="439811" y="982219"/>
                  </a:lnTo>
                  <a:cubicBezTo>
                    <a:pt x="681508" y="963952"/>
                    <a:pt x="874506" y="769297"/>
                    <a:pt x="891276" y="526216"/>
                  </a:cubicBezTo>
                  <a:cubicBezTo>
                    <a:pt x="892034" y="514894"/>
                    <a:pt x="892981" y="503668"/>
                    <a:pt x="892981" y="492156"/>
                  </a:cubicBezTo>
                  <a:cubicBezTo>
                    <a:pt x="892981" y="480644"/>
                    <a:pt x="892034" y="469323"/>
                    <a:pt x="891276" y="457906"/>
                  </a:cubicBezTo>
                </a:path>
              </a:pathLst>
            </a:custGeom>
            <a:solidFill>
              <a:srgbClr val="3B3737"/>
            </a:solidFill>
            <a:ln w="9475" cap="flat">
              <a:noFill/>
              <a:prstDash val="solid"/>
              <a:miter/>
            </a:ln>
          </p:spPr>
          <p:txBody>
            <a:bodyPr wrap="square" rtlCol="0" anchor="ctr">
              <a:noAutofit/>
            </a:bodyPr>
            <a:lstStyle/>
            <a:p>
              <a:endParaRPr lang="en-AU"/>
            </a:p>
          </p:txBody>
        </p:sp>
        <p:sp>
          <p:nvSpPr>
            <p:cNvPr id="16" name="Freeform 7">
              <a:extLst>
                <a:ext uri="{FF2B5EF4-FFF2-40B4-BE49-F238E27FC236}">
                  <a16:creationId xmlns:a16="http://schemas.microsoft.com/office/drawing/2014/main" id="{60B01AB5-A932-B9AC-EC3A-8BE245CC5B82}"/>
                </a:ext>
              </a:extLst>
            </p:cNvPr>
            <p:cNvSpPr/>
            <p:nvPr/>
          </p:nvSpPr>
          <p:spPr>
            <a:xfrm>
              <a:off x="7044669" y="203200"/>
              <a:ext cx="1260216" cy="984216"/>
            </a:xfrm>
            <a:custGeom>
              <a:avLst/>
              <a:gdLst>
                <a:gd name="connsiteX0" fmla="*/ 978821 w 1260216"/>
                <a:gd name="connsiteY0" fmla="*/ 528690 h 984216"/>
                <a:gd name="connsiteX1" fmla="*/ 807710 w 1260216"/>
                <a:gd name="connsiteY1" fmla="*/ 528690 h 984216"/>
                <a:gd name="connsiteX2" fmla="*/ 523851 w 1260216"/>
                <a:gd name="connsiteY2" fmla="*/ 811634 h 984216"/>
                <a:gd name="connsiteX3" fmla="*/ 489837 w 1260216"/>
                <a:gd name="connsiteY3" fmla="*/ 813442 h 984216"/>
                <a:gd name="connsiteX4" fmla="*/ 455823 w 1260216"/>
                <a:gd name="connsiteY4" fmla="*/ 811634 h 984216"/>
                <a:gd name="connsiteX5" fmla="*/ 171680 w 1260216"/>
                <a:gd name="connsiteY5" fmla="*/ 526216 h 984216"/>
                <a:gd name="connsiteX6" fmla="*/ 169785 w 1260216"/>
                <a:gd name="connsiteY6" fmla="*/ 492156 h 984216"/>
                <a:gd name="connsiteX7" fmla="*/ 171680 w 1260216"/>
                <a:gd name="connsiteY7" fmla="*/ 457906 h 984216"/>
                <a:gd name="connsiteX8" fmla="*/ 455823 w 1260216"/>
                <a:gd name="connsiteY8" fmla="*/ 172583 h 984216"/>
                <a:gd name="connsiteX9" fmla="*/ 489837 w 1260216"/>
                <a:gd name="connsiteY9" fmla="*/ 170680 h 984216"/>
                <a:gd name="connsiteX10" fmla="*/ 523851 w 1260216"/>
                <a:gd name="connsiteY10" fmla="*/ 172583 h 984216"/>
                <a:gd name="connsiteX11" fmla="*/ 807710 w 1260216"/>
                <a:gd name="connsiteY11" fmla="*/ 455527 h 984216"/>
                <a:gd name="connsiteX12" fmla="*/ 978063 w 1260216"/>
                <a:gd name="connsiteY12" fmla="*/ 455527 h 984216"/>
                <a:gd name="connsiteX13" fmla="*/ 893171 w 1260216"/>
                <a:gd name="connsiteY13" fmla="*/ 213873 h 984216"/>
                <a:gd name="connsiteX14" fmla="*/ 892887 w 1260216"/>
                <a:gd name="connsiteY14" fmla="*/ 213493 h 984216"/>
                <a:gd name="connsiteX15" fmla="*/ 523946 w 1260216"/>
                <a:gd name="connsiteY15" fmla="*/ 1713 h 984216"/>
                <a:gd name="connsiteX16" fmla="*/ 489932 w 1260216"/>
                <a:gd name="connsiteY16" fmla="*/ 0 h 984216"/>
                <a:gd name="connsiteX17" fmla="*/ 455918 w 1260216"/>
                <a:gd name="connsiteY17" fmla="*/ 1713 h 984216"/>
                <a:gd name="connsiteX18" fmla="*/ 1705 w 1260216"/>
                <a:gd name="connsiteY18" fmla="*/ 457906 h 984216"/>
                <a:gd name="connsiteX19" fmla="*/ 0 w 1260216"/>
                <a:gd name="connsiteY19" fmla="*/ 492156 h 984216"/>
                <a:gd name="connsiteX20" fmla="*/ 1705 w 1260216"/>
                <a:gd name="connsiteY20" fmla="*/ 526216 h 984216"/>
                <a:gd name="connsiteX21" fmla="*/ 456013 w 1260216"/>
                <a:gd name="connsiteY21" fmla="*/ 982504 h 984216"/>
                <a:gd name="connsiteX22" fmla="*/ 490027 w 1260216"/>
                <a:gd name="connsiteY22" fmla="*/ 984217 h 984216"/>
                <a:gd name="connsiteX23" fmla="*/ 524040 w 1260216"/>
                <a:gd name="connsiteY23" fmla="*/ 982504 h 984216"/>
                <a:gd name="connsiteX24" fmla="*/ 893360 w 1260216"/>
                <a:gd name="connsiteY24" fmla="*/ 770248 h 984216"/>
                <a:gd name="connsiteX25" fmla="*/ 1260217 w 1260216"/>
                <a:gd name="connsiteY25" fmla="*/ 982314 h 984216"/>
                <a:gd name="connsiteX26" fmla="*/ 1260217 w 1260216"/>
                <a:gd name="connsiteY26" fmla="*/ 811349 h 984216"/>
                <a:gd name="connsiteX27" fmla="*/ 978821 w 1260216"/>
                <a:gd name="connsiteY27" fmla="*/ 528690 h 98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0216" h="984216">
                  <a:moveTo>
                    <a:pt x="978821" y="528690"/>
                  </a:moveTo>
                  <a:lnTo>
                    <a:pt x="807710" y="528690"/>
                  </a:lnTo>
                  <a:cubicBezTo>
                    <a:pt x="790845" y="677487"/>
                    <a:pt x="672413" y="795841"/>
                    <a:pt x="523851" y="811634"/>
                  </a:cubicBezTo>
                  <a:cubicBezTo>
                    <a:pt x="512671" y="812776"/>
                    <a:pt x="501301" y="813442"/>
                    <a:pt x="489837" y="813442"/>
                  </a:cubicBezTo>
                  <a:cubicBezTo>
                    <a:pt x="478373" y="813442"/>
                    <a:pt x="467003" y="812776"/>
                    <a:pt x="455823" y="811634"/>
                  </a:cubicBezTo>
                  <a:cubicBezTo>
                    <a:pt x="306503" y="795651"/>
                    <a:pt x="187502" y="676251"/>
                    <a:pt x="171680" y="526216"/>
                  </a:cubicBezTo>
                  <a:cubicBezTo>
                    <a:pt x="170448" y="514989"/>
                    <a:pt x="169785" y="503668"/>
                    <a:pt x="169785" y="492156"/>
                  </a:cubicBezTo>
                  <a:cubicBezTo>
                    <a:pt x="169785" y="480644"/>
                    <a:pt x="170448" y="469227"/>
                    <a:pt x="171680" y="457906"/>
                  </a:cubicBezTo>
                  <a:cubicBezTo>
                    <a:pt x="187502" y="307966"/>
                    <a:pt x="306503" y="188566"/>
                    <a:pt x="455823" y="172583"/>
                  </a:cubicBezTo>
                  <a:cubicBezTo>
                    <a:pt x="467003" y="171346"/>
                    <a:pt x="478278" y="170680"/>
                    <a:pt x="489837" y="170680"/>
                  </a:cubicBezTo>
                  <a:cubicBezTo>
                    <a:pt x="501396" y="170680"/>
                    <a:pt x="512671" y="171346"/>
                    <a:pt x="523851" y="172583"/>
                  </a:cubicBezTo>
                  <a:cubicBezTo>
                    <a:pt x="672413" y="188471"/>
                    <a:pt x="790845" y="306729"/>
                    <a:pt x="807710" y="455527"/>
                  </a:cubicBezTo>
                  <a:lnTo>
                    <a:pt x="978063" y="455527"/>
                  </a:lnTo>
                  <a:cubicBezTo>
                    <a:pt x="971431" y="366191"/>
                    <a:pt x="941018" y="283610"/>
                    <a:pt x="893171" y="213873"/>
                  </a:cubicBezTo>
                  <a:cubicBezTo>
                    <a:pt x="893171" y="213778"/>
                    <a:pt x="892981" y="213588"/>
                    <a:pt x="892887" y="213493"/>
                  </a:cubicBezTo>
                  <a:cubicBezTo>
                    <a:pt x="810742" y="93807"/>
                    <a:pt x="677055" y="12368"/>
                    <a:pt x="523946" y="1713"/>
                  </a:cubicBezTo>
                  <a:cubicBezTo>
                    <a:pt x="512671" y="951"/>
                    <a:pt x="501491" y="0"/>
                    <a:pt x="489932" y="0"/>
                  </a:cubicBezTo>
                  <a:cubicBezTo>
                    <a:pt x="478373" y="0"/>
                    <a:pt x="467193" y="951"/>
                    <a:pt x="455918" y="1713"/>
                  </a:cubicBezTo>
                  <a:cubicBezTo>
                    <a:pt x="212894" y="18647"/>
                    <a:pt x="18475" y="213873"/>
                    <a:pt x="1705" y="457906"/>
                  </a:cubicBezTo>
                  <a:cubicBezTo>
                    <a:pt x="947" y="469227"/>
                    <a:pt x="0" y="480549"/>
                    <a:pt x="0" y="492156"/>
                  </a:cubicBezTo>
                  <a:cubicBezTo>
                    <a:pt x="0" y="503763"/>
                    <a:pt x="947" y="514989"/>
                    <a:pt x="1705" y="526216"/>
                  </a:cubicBezTo>
                  <a:cubicBezTo>
                    <a:pt x="18475" y="770344"/>
                    <a:pt x="212894" y="965665"/>
                    <a:pt x="456013" y="982504"/>
                  </a:cubicBezTo>
                  <a:cubicBezTo>
                    <a:pt x="467287" y="983265"/>
                    <a:pt x="478562" y="984217"/>
                    <a:pt x="490027" y="984217"/>
                  </a:cubicBezTo>
                  <a:cubicBezTo>
                    <a:pt x="501491" y="984217"/>
                    <a:pt x="512766" y="983265"/>
                    <a:pt x="524040" y="982504"/>
                  </a:cubicBezTo>
                  <a:cubicBezTo>
                    <a:pt x="677245" y="971849"/>
                    <a:pt x="811121" y="890219"/>
                    <a:pt x="893360" y="770248"/>
                  </a:cubicBezTo>
                  <a:cubicBezTo>
                    <a:pt x="975126" y="889553"/>
                    <a:pt x="1108055" y="970897"/>
                    <a:pt x="1260217" y="982314"/>
                  </a:cubicBezTo>
                  <a:lnTo>
                    <a:pt x="1260217" y="811349"/>
                  </a:lnTo>
                  <a:cubicBezTo>
                    <a:pt x="1112887" y="794414"/>
                    <a:pt x="995591" y="676726"/>
                    <a:pt x="978821" y="528690"/>
                  </a:cubicBezTo>
                </a:path>
              </a:pathLst>
            </a:custGeom>
            <a:solidFill>
              <a:schemeClr val="bg1"/>
            </a:solidFill>
            <a:ln w="9475" cap="flat">
              <a:noFill/>
              <a:prstDash val="solid"/>
              <a:miter/>
            </a:ln>
          </p:spPr>
          <p:txBody>
            <a:bodyPr wrap="square" rtlCol="0" anchor="ctr">
              <a:noAutofit/>
            </a:bodyPr>
            <a:lstStyle/>
            <a:p>
              <a:endParaRPr lang="en-AU"/>
            </a:p>
          </p:txBody>
        </p:sp>
      </p:grpSp>
      <p:sp>
        <p:nvSpPr>
          <p:cNvPr id="18" name="Text Placeholder 17">
            <a:extLst>
              <a:ext uri="{FF2B5EF4-FFF2-40B4-BE49-F238E27FC236}">
                <a16:creationId xmlns:a16="http://schemas.microsoft.com/office/drawing/2014/main" id="{C4B5D610-57C7-10D5-8BEE-9DDD998AA458}"/>
              </a:ext>
            </a:extLst>
          </p:cNvPr>
          <p:cNvSpPr>
            <a:spLocks noGrp="1"/>
          </p:cNvSpPr>
          <p:nvPr>
            <p:ph type="body" sz="quarter" idx="11" hasCustomPrompt="1"/>
          </p:nvPr>
        </p:nvSpPr>
        <p:spPr>
          <a:xfrm>
            <a:off x="5735637" y="3255886"/>
            <a:ext cx="5761038" cy="1933575"/>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goes here</a:t>
            </a:r>
          </a:p>
        </p:txBody>
      </p:sp>
      <p:cxnSp>
        <p:nvCxnSpPr>
          <p:cNvPr id="23" name="Straight Connector 22">
            <a:extLst>
              <a:ext uri="{FF2B5EF4-FFF2-40B4-BE49-F238E27FC236}">
                <a16:creationId xmlns:a16="http://schemas.microsoft.com/office/drawing/2014/main" id="{1ADD50DC-635B-64C8-FA39-6FC0E308FB75}"/>
              </a:ext>
            </a:extLst>
          </p:cNvPr>
          <p:cNvCxnSpPr>
            <a:cxnSpLocks/>
          </p:cNvCxnSpPr>
          <p:nvPr userDrawn="1"/>
        </p:nvCxnSpPr>
        <p:spPr>
          <a:xfrm>
            <a:off x="5735637" y="3058300"/>
            <a:ext cx="576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Text Placeholder 24">
            <a:extLst>
              <a:ext uri="{FF2B5EF4-FFF2-40B4-BE49-F238E27FC236}">
                <a16:creationId xmlns:a16="http://schemas.microsoft.com/office/drawing/2014/main" id="{DD9E0515-3BF1-3C15-72DD-070615553168}"/>
              </a:ext>
            </a:extLst>
          </p:cNvPr>
          <p:cNvSpPr>
            <a:spLocks noGrp="1"/>
          </p:cNvSpPr>
          <p:nvPr>
            <p:ph type="body" sz="quarter" idx="12" hasCustomPrompt="1"/>
          </p:nvPr>
        </p:nvSpPr>
        <p:spPr>
          <a:xfrm>
            <a:off x="5735637" y="5620146"/>
            <a:ext cx="2805112" cy="509192"/>
          </a:xfrm>
          <a:prstGeom prst="rect">
            <a:avLst/>
          </a:prstGeom>
        </p:spPr>
        <p:txBody>
          <a:bodyPr/>
          <a:lstStyle>
            <a:lvl1pPr marL="0" indent="0">
              <a:buNone/>
              <a:defRPr sz="1400"/>
            </a:lvl1pPr>
          </a:lstStyle>
          <a:p>
            <a:pPr lvl="0"/>
            <a:r>
              <a:rPr lang="en-GB" dirty="0"/>
              <a:t>Insert name and title</a:t>
            </a:r>
            <a:br>
              <a:rPr lang="en-GB" dirty="0"/>
            </a:br>
            <a:r>
              <a:rPr lang="en-GB" dirty="0"/>
              <a:t>Insert date</a:t>
            </a:r>
            <a:endParaRPr lang="en-AU" dirty="0"/>
          </a:p>
        </p:txBody>
      </p:sp>
    </p:spTree>
    <p:extLst>
      <p:ext uri="{BB962C8B-B14F-4D97-AF65-F5344CB8AC3E}">
        <p14:creationId xmlns:p14="http://schemas.microsoft.com/office/powerpoint/2010/main" val="2893369514"/>
      </p:ext>
    </p:extLst>
  </p:cSld>
  <p:clrMapOvr>
    <a:masterClrMapping/>
  </p:clrMapOvr>
  <p:extLst>
    <p:ext uri="{DCECCB84-F9BA-43D5-87BE-67443E8EF086}">
      <p15:sldGuideLst xmlns:p15="http://schemas.microsoft.com/office/powerpoint/2012/main">
        <p15:guide id="1" pos="3613" userDrawn="1">
          <p15:clr>
            <a:srgbClr val="FBAE40"/>
          </p15:clr>
        </p15:guide>
        <p15:guide id="2" pos="3386" userDrawn="1">
          <p15:clr>
            <a:srgbClr val="FBAE40"/>
          </p15:clr>
        </p15:guide>
        <p15:guide id="3" pos="4067" userDrawn="1">
          <p15:clr>
            <a:srgbClr val="FBAE40"/>
          </p15:clr>
        </p15:guide>
        <p15:guide id="4" pos="4294" userDrawn="1">
          <p15:clr>
            <a:srgbClr val="FBAE40"/>
          </p15:clr>
        </p15:guide>
        <p15:guide id="5" orient="horz" pos="2160" userDrawn="1">
          <p15:clr>
            <a:srgbClr val="F26B43"/>
          </p15:clr>
        </p15:guide>
        <p15:guide id="6" orient="horz" pos="232" userDrawn="1">
          <p15:clr>
            <a:srgbClr val="FBAE40"/>
          </p15:clr>
        </p15:guide>
        <p15:guide id="8" orient="horz" pos="459" userDrawn="1">
          <p15:clr>
            <a:srgbClr val="FBAE40"/>
          </p15:clr>
        </p15:guide>
        <p15:guide id="9" orient="horz" pos="686" userDrawn="1">
          <p15:clr>
            <a:srgbClr val="FBAE40"/>
          </p15:clr>
        </p15:guide>
        <p15:guide id="10" orient="horz" pos="4088" userDrawn="1">
          <p15:clr>
            <a:srgbClr val="FBAE40"/>
          </p15:clr>
        </p15:guide>
        <p15:guide id="11" orient="horz" pos="3861" userDrawn="1">
          <p15:clr>
            <a:srgbClr val="FBAE40"/>
          </p15:clr>
        </p15:guide>
        <p15:guide id="12" orient="horz" pos="3634" userDrawn="1">
          <p15:clr>
            <a:srgbClr val="FBAE40"/>
          </p15:clr>
        </p15:guide>
        <p15:guide id="13" pos="211" userDrawn="1">
          <p15:clr>
            <a:srgbClr val="FBAE40"/>
          </p15:clr>
        </p15:guide>
        <p15:guide id="14" pos="438" userDrawn="1">
          <p15:clr>
            <a:srgbClr val="FBAE40"/>
          </p15:clr>
        </p15:guide>
        <p15:guide id="15" pos="665" userDrawn="1">
          <p15:clr>
            <a:srgbClr val="FBAE40"/>
          </p15:clr>
        </p15:guide>
        <p15:guide id="16" pos="7469" userDrawn="1">
          <p15:clr>
            <a:srgbClr val="FBAE40"/>
          </p15:clr>
        </p15:guide>
        <p15:guide id="17" pos="7242" userDrawn="1">
          <p15:clr>
            <a:srgbClr val="FBAE40"/>
          </p15:clr>
        </p15:guide>
        <p15:guide id="18" pos="701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 image lef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0E768A-636F-3167-5D75-02D3F4458197}"/>
              </a:ext>
            </a:extLst>
          </p:cNvPr>
          <p:cNvSpPr/>
          <p:nvPr userDrawn="1"/>
        </p:nvSpPr>
        <p:spPr>
          <a:xfrm>
            <a:off x="6456363" y="368300"/>
            <a:ext cx="5398253"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79B4AC1-27E6-DA6B-C157-9A904150F690}"/>
              </a:ext>
            </a:extLst>
          </p:cNvPr>
          <p:cNvSpPr>
            <a:spLocks noGrp="1"/>
          </p:cNvSpPr>
          <p:nvPr>
            <p:ph type="ctrTitle" hasCustomPrompt="1"/>
          </p:nvPr>
        </p:nvSpPr>
        <p:spPr>
          <a:xfrm>
            <a:off x="6815816" y="3552676"/>
            <a:ext cx="4680000" cy="1527453"/>
          </a:xfrm>
          <a:prstGeom prst="rect">
            <a:avLst/>
          </a:prstGeom>
        </p:spPr>
        <p:txBody>
          <a:bodyPr bIns="180000" anchor="b" anchorCtr="0">
            <a:normAutofit/>
          </a:bodyPr>
          <a:lstStyle>
            <a:lvl1pPr algn="l">
              <a:defRPr sz="2800" b="1" u="none" baseline="0">
                <a:ln>
                  <a:noFill/>
                </a:ln>
                <a:uFillTx/>
              </a:defRPr>
            </a:lvl1pPr>
          </a:lstStyle>
          <a:p>
            <a:r>
              <a:rPr lang="en-GB" dirty="0"/>
              <a:t>Section divider goes here and this is how it looks with multiple lines</a:t>
            </a:r>
            <a:endParaRPr lang="en-AU" dirty="0"/>
          </a:p>
        </p:txBody>
      </p:sp>
      <p:sp>
        <p:nvSpPr>
          <p:cNvPr id="8" name="Picture Placeholder 7">
            <a:extLst>
              <a:ext uri="{FF2B5EF4-FFF2-40B4-BE49-F238E27FC236}">
                <a16:creationId xmlns:a16="http://schemas.microsoft.com/office/drawing/2014/main" id="{853AF6C6-CAF6-2EE5-7C9B-CA23FF14410C}"/>
              </a:ext>
            </a:extLst>
          </p:cNvPr>
          <p:cNvSpPr>
            <a:spLocks noGrp="1"/>
          </p:cNvSpPr>
          <p:nvPr>
            <p:ph type="pic" sz="quarter" idx="10" hasCustomPrompt="1"/>
          </p:nvPr>
        </p:nvSpPr>
        <p:spPr>
          <a:xfrm>
            <a:off x="334962" y="368300"/>
            <a:ext cx="6118071" cy="6121400"/>
          </a:xfrm>
          <a:prstGeom prst="rect">
            <a:avLst/>
          </a:prstGeom>
        </p:spPr>
        <p:txBody>
          <a:bodyPr anchor="ctr" anchorCtr="0"/>
          <a:lstStyle>
            <a:lvl1pPr marL="0" indent="0" algn="ctr">
              <a:buFontTx/>
              <a:buNone/>
              <a:defRPr/>
            </a:lvl1pPr>
          </a:lstStyle>
          <a:p>
            <a:r>
              <a:rPr lang="en-GB" dirty="0"/>
              <a:t>Image goes here</a:t>
            </a:r>
            <a:endParaRPr lang="en-AU" dirty="0"/>
          </a:p>
        </p:txBody>
      </p:sp>
      <p:grpSp>
        <p:nvGrpSpPr>
          <p:cNvPr id="14" name="Group 13">
            <a:extLst>
              <a:ext uri="{FF2B5EF4-FFF2-40B4-BE49-F238E27FC236}">
                <a16:creationId xmlns:a16="http://schemas.microsoft.com/office/drawing/2014/main" id="{10EA893D-FEC6-E5A3-1F0D-549BA74B4758}"/>
              </a:ext>
            </a:extLst>
          </p:cNvPr>
          <p:cNvGrpSpPr/>
          <p:nvPr userDrawn="1"/>
        </p:nvGrpSpPr>
        <p:grpSpPr>
          <a:xfrm>
            <a:off x="11041063" y="552640"/>
            <a:ext cx="638858" cy="352046"/>
            <a:chOff x="7044669" y="203200"/>
            <a:chExt cx="1786057" cy="984216"/>
          </a:xfrm>
        </p:grpSpPr>
        <p:sp>
          <p:nvSpPr>
            <p:cNvPr id="15" name="Freeform 6">
              <a:extLst>
                <a:ext uri="{FF2B5EF4-FFF2-40B4-BE49-F238E27FC236}">
                  <a16:creationId xmlns:a16="http://schemas.microsoft.com/office/drawing/2014/main" id="{183F369C-1E7B-F205-7F0F-D4950B39833B}"/>
                </a:ext>
              </a:extLst>
            </p:cNvPr>
            <p:cNvSpPr/>
            <p:nvPr/>
          </p:nvSpPr>
          <p:spPr>
            <a:xfrm>
              <a:off x="7937745" y="203200"/>
              <a:ext cx="892981" cy="982218"/>
            </a:xfrm>
            <a:custGeom>
              <a:avLst/>
              <a:gdLst>
                <a:gd name="connsiteX0" fmla="*/ 891371 w 892981"/>
                <a:gd name="connsiteY0" fmla="*/ 457906 h 982218"/>
                <a:gd name="connsiteX1" fmla="*/ 437063 w 892981"/>
                <a:gd name="connsiteY1" fmla="*/ 1713 h 982218"/>
                <a:gd name="connsiteX2" fmla="*/ 403050 w 892981"/>
                <a:gd name="connsiteY2" fmla="*/ 0 h 982218"/>
                <a:gd name="connsiteX3" fmla="*/ 369036 w 892981"/>
                <a:gd name="connsiteY3" fmla="*/ 1713 h 982218"/>
                <a:gd name="connsiteX4" fmla="*/ 0 w 892981"/>
                <a:gd name="connsiteY4" fmla="*/ 213493 h 982218"/>
                <a:gd name="connsiteX5" fmla="*/ 284 w 892981"/>
                <a:gd name="connsiteY5" fmla="*/ 213873 h 982218"/>
                <a:gd name="connsiteX6" fmla="*/ 85082 w 892981"/>
                <a:gd name="connsiteY6" fmla="*/ 455527 h 982218"/>
                <a:gd name="connsiteX7" fmla="*/ 85177 w 892981"/>
                <a:gd name="connsiteY7" fmla="*/ 455527 h 982218"/>
                <a:gd name="connsiteX8" fmla="*/ 368941 w 892981"/>
                <a:gd name="connsiteY8" fmla="*/ 172583 h 982218"/>
                <a:gd name="connsiteX9" fmla="*/ 402955 w 892981"/>
                <a:gd name="connsiteY9" fmla="*/ 170680 h 982218"/>
                <a:gd name="connsiteX10" fmla="*/ 436969 w 892981"/>
                <a:gd name="connsiteY10" fmla="*/ 172583 h 982218"/>
                <a:gd name="connsiteX11" fmla="*/ 721112 w 892981"/>
                <a:gd name="connsiteY11" fmla="*/ 457906 h 982218"/>
                <a:gd name="connsiteX12" fmla="*/ 722912 w 892981"/>
                <a:gd name="connsiteY12" fmla="*/ 492156 h 982218"/>
                <a:gd name="connsiteX13" fmla="*/ 721112 w 892981"/>
                <a:gd name="connsiteY13" fmla="*/ 526216 h 982218"/>
                <a:gd name="connsiteX14" fmla="*/ 439811 w 892981"/>
                <a:gd name="connsiteY14" fmla="*/ 811158 h 982218"/>
                <a:gd name="connsiteX15" fmla="*/ 439811 w 892981"/>
                <a:gd name="connsiteY15" fmla="*/ 982219 h 982218"/>
                <a:gd name="connsiteX16" fmla="*/ 891276 w 892981"/>
                <a:gd name="connsiteY16" fmla="*/ 526216 h 982218"/>
                <a:gd name="connsiteX17" fmla="*/ 892981 w 892981"/>
                <a:gd name="connsiteY17" fmla="*/ 492156 h 982218"/>
                <a:gd name="connsiteX18" fmla="*/ 891276 w 892981"/>
                <a:gd name="connsiteY18" fmla="*/ 457906 h 98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2981" h="982218">
                  <a:moveTo>
                    <a:pt x="891371" y="457906"/>
                  </a:moveTo>
                  <a:cubicBezTo>
                    <a:pt x="874506" y="213968"/>
                    <a:pt x="680087" y="18647"/>
                    <a:pt x="437063" y="1713"/>
                  </a:cubicBezTo>
                  <a:cubicBezTo>
                    <a:pt x="425789" y="951"/>
                    <a:pt x="414514" y="0"/>
                    <a:pt x="403050" y="0"/>
                  </a:cubicBezTo>
                  <a:cubicBezTo>
                    <a:pt x="391585" y="0"/>
                    <a:pt x="380311" y="951"/>
                    <a:pt x="369036" y="1713"/>
                  </a:cubicBezTo>
                  <a:cubicBezTo>
                    <a:pt x="216021" y="12368"/>
                    <a:pt x="82240" y="93807"/>
                    <a:pt x="0" y="213493"/>
                  </a:cubicBezTo>
                  <a:cubicBezTo>
                    <a:pt x="0" y="213588"/>
                    <a:pt x="189" y="213778"/>
                    <a:pt x="284" y="213873"/>
                  </a:cubicBezTo>
                  <a:cubicBezTo>
                    <a:pt x="48036" y="283610"/>
                    <a:pt x="78450" y="366287"/>
                    <a:pt x="85082" y="455527"/>
                  </a:cubicBezTo>
                  <a:lnTo>
                    <a:pt x="85177" y="455527"/>
                  </a:lnTo>
                  <a:cubicBezTo>
                    <a:pt x="102041" y="306729"/>
                    <a:pt x="220474" y="188471"/>
                    <a:pt x="368941" y="172583"/>
                  </a:cubicBezTo>
                  <a:cubicBezTo>
                    <a:pt x="380121" y="171346"/>
                    <a:pt x="391491" y="170680"/>
                    <a:pt x="402955" y="170680"/>
                  </a:cubicBezTo>
                  <a:cubicBezTo>
                    <a:pt x="414419" y="170680"/>
                    <a:pt x="425789" y="171346"/>
                    <a:pt x="436969" y="172583"/>
                  </a:cubicBezTo>
                  <a:cubicBezTo>
                    <a:pt x="586288" y="188566"/>
                    <a:pt x="705289" y="307966"/>
                    <a:pt x="721112" y="457906"/>
                  </a:cubicBezTo>
                  <a:cubicBezTo>
                    <a:pt x="722249" y="469227"/>
                    <a:pt x="722912" y="480549"/>
                    <a:pt x="722912" y="492156"/>
                  </a:cubicBezTo>
                  <a:cubicBezTo>
                    <a:pt x="722912" y="503763"/>
                    <a:pt x="722249" y="515085"/>
                    <a:pt x="721112" y="526216"/>
                  </a:cubicBezTo>
                  <a:cubicBezTo>
                    <a:pt x="705384" y="675204"/>
                    <a:pt x="587804" y="794033"/>
                    <a:pt x="439811" y="811158"/>
                  </a:cubicBezTo>
                  <a:lnTo>
                    <a:pt x="439811" y="982219"/>
                  </a:lnTo>
                  <a:cubicBezTo>
                    <a:pt x="681508" y="963952"/>
                    <a:pt x="874506" y="769297"/>
                    <a:pt x="891276" y="526216"/>
                  </a:cubicBezTo>
                  <a:cubicBezTo>
                    <a:pt x="892034" y="514894"/>
                    <a:pt x="892981" y="503668"/>
                    <a:pt x="892981" y="492156"/>
                  </a:cubicBezTo>
                  <a:cubicBezTo>
                    <a:pt x="892981" y="480644"/>
                    <a:pt x="892034" y="469323"/>
                    <a:pt x="891276" y="457906"/>
                  </a:cubicBezTo>
                </a:path>
              </a:pathLst>
            </a:custGeom>
            <a:solidFill>
              <a:srgbClr val="3B3737"/>
            </a:solidFill>
            <a:ln w="9475" cap="flat">
              <a:noFill/>
              <a:prstDash val="solid"/>
              <a:miter/>
            </a:ln>
          </p:spPr>
          <p:txBody>
            <a:bodyPr wrap="square" rtlCol="0" anchor="ctr">
              <a:noAutofit/>
            </a:bodyPr>
            <a:lstStyle/>
            <a:p>
              <a:endParaRPr lang="en-AU"/>
            </a:p>
          </p:txBody>
        </p:sp>
        <p:sp>
          <p:nvSpPr>
            <p:cNvPr id="16" name="Freeform 7">
              <a:extLst>
                <a:ext uri="{FF2B5EF4-FFF2-40B4-BE49-F238E27FC236}">
                  <a16:creationId xmlns:a16="http://schemas.microsoft.com/office/drawing/2014/main" id="{60B01AB5-A932-B9AC-EC3A-8BE245CC5B82}"/>
                </a:ext>
              </a:extLst>
            </p:cNvPr>
            <p:cNvSpPr/>
            <p:nvPr/>
          </p:nvSpPr>
          <p:spPr>
            <a:xfrm>
              <a:off x="7044669" y="203200"/>
              <a:ext cx="1260216" cy="984216"/>
            </a:xfrm>
            <a:custGeom>
              <a:avLst/>
              <a:gdLst>
                <a:gd name="connsiteX0" fmla="*/ 978821 w 1260216"/>
                <a:gd name="connsiteY0" fmla="*/ 528690 h 984216"/>
                <a:gd name="connsiteX1" fmla="*/ 807710 w 1260216"/>
                <a:gd name="connsiteY1" fmla="*/ 528690 h 984216"/>
                <a:gd name="connsiteX2" fmla="*/ 523851 w 1260216"/>
                <a:gd name="connsiteY2" fmla="*/ 811634 h 984216"/>
                <a:gd name="connsiteX3" fmla="*/ 489837 w 1260216"/>
                <a:gd name="connsiteY3" fmla="*/ 813442 h 984216"/>
                <a:gd name="connsiteX4" fmla="*/ 455823 w 1260216"/>
                <a:gd name="connsiteY4" fmla="*/ 811634 h 984216"/>
                <a:gd name="connsiteX5" fmla="*/ 171680 w 1260216"/>
                <a:gd name="connsiteY5" fmla="*/ 526216 h 984216"/>
                <a:gd name="connsiteX6" fmla="*/ 169785 w 1260216"/>
                <a:gd name="connsiteY6" fmla="*/ 492156 h 984216"/>
                <a:gd name="connsiteX7" fmla="*/ 171680 w 1260216"/>
                <a:gd name="connsiteY7" fmla="*/ 457906 h 984216"/>
                <a:gd name="connsiteX8" fmla="*/ 455823 w 1260216"/>
                <a:gd name="connsiteY8" fmla="*/ 172583 h 984216"/>
                <a:gd name="connsiteX9" fmla="*/ 489837 w 1260216"/>
                <a:gd name="connsiteY9" fmla="*/ 170680 h 984216"/>
                <a:gd name="connsiteX10" fmla="*/ 523851 w 1260216"/>
                <a:gd name="connsiteY10" fmla="*/ 172583 h 984216"/>
                <a:gd name="connsiteX11" fmla="*/ 807710 w 1260216"/>
                <a:gd name="connsiteY11" fmla="*/ 455527 h 984216"/>
                <a:gd name="connsiteX12" fmla="*/ 978063 w 1260216"/>
                <a:gd name="connsiteY12" fmla="*/ 455527 h 984216"/>
                <a:gd name="connsiteX13" fmla="*/ 893171 w 1260216"/>
                <a:gd name="connsiteY13" fmla="*/ 213873 h 984216"/>
                <a:gd name="connsiteX14" fmla="*/ 892887 w 1260216"/>
                <a:gd name="connsiteY14" fmla="*/ 213493 h 984216"/>
                <a:gd name="connsiteX15" fmla="*/ 523946 w 1260216"/>
                <a:gd name="connsiteY15" fmla="*/ 1713 h 984216"/>
                <a:gd name="connsiteX16" fmla="*/ 489932 w 1260216"/>
                <a:gd name="connsiteY16" fmla="*/ 0 h 984216"/>
                <a:gd name="connsiteX17" fmla="*/ 455918 w 1260216"/>
                <a:gd name="connsiteY17" fmla="*/ 1713 h 984216"/>
                <a:gd name="connsiteX18" fmla="*/ 1705 w 1260216"/>
                <a:gd name="connsiteY18" fmla="*/ 457906 h 984216"/>
                <a:gd name="connsiteX19" fmla="*/ 0 w 1260216"/>
                <a:gd name="connsiteY19" fmla="*/ 492156 h 984216"/>
                <a:gd name="connsiteX20" fmla="*/ 1705 w 1260216"/>
                <a:gd name="connsiteY20" fmla="*/ 526216 h 984216"/>
                <a:gd name="connsiteX21" fmla="*/ 456013 w 1260216"/>
                <a:gd name="connsiteY21" fmla="*/ 982504 h 984216"/>
                <a:gd name="connsiteX22" fmla="*/ 490027 w 1260216"/>
                <a:gd name="connsiteY22" fmla="*/ 984217 h 984216"/>
                <a:gd name="connsiteX23" fmla="*/ 524040 w 1260216"/>
                <a:gd name="connsiteY23" fmla="*/ 982504 h 984216"/>
                <a:gd name="connsiteX24" fmla="*/ 893360 w 1260216"/>
                <a:gd name="connsiteY24" fmla="*/ 770248 h 984216"/>
                <a:gd name="connsiteX25" fmla="*/ 1260217 w 1260216"/>
                <a:gd name="connsiteY25" fmla="*/ 982314 h 984216"/>
                <a:gd name="connsiteX26" fmla="*/ 1260217 w 1260216"/>
                <a:gd name="connsiteY26" fmla="*/ 811349 h 984216"/>
                <a:gd name="connsiteX27" fmla="*/ 978821 w 1260216"/>
                <a:gd name="connsiteY27" fmla="*/ 528690 h 98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0216" h="984216">
                  <a:moveTo>
                    <a:pt x="978821" y="528690"/>
                  </a:moveTo>
                  <a:lnTo>
                    <a:pt x="807710" y="528690"/>
                  </a:lnTo>
                  <a:cubicBezTo>
                    <a:pt x="790845" y="677487"/>
                    <a:pt x="672413" y="795841"/>
                    <a:pt x="523851" y="811634"/>
                  </a:cubicBezTo>
                  <a:cubicBezTo>
                    <a:pt x="512671" y="812776"/>
                    <a:pt x="501301" y="813442"/>
                    <a:pt x="489837" y="813442"/>
                  </a:cubicBezTo>
                  <a:cubicBezTo>
                    <a:pt x="478373" y="813442"/>
                    <a:pt x="467003" y="812776"/>
                    <a:pt x="455823" y="811634"/>
                  </a:cubicBezTo>
                  <a:cubicBezTo>
                    <a:pt x="306503" y="795651"/>
                    <a:pt x="187502" y="676251"/>
                    <a:pt x="171680" y="526216"/>
                  </a:cubicBezTo>
                  <a:cubicBezTo>
                    <a:pt x="170448" y="514989"/>
                    <a:pt x="169785" y="503668"/>
                    <a:pt x="169785" y="492156"/>
                  </a:cubicBezTo>
                  <a:cubicBezTo>
                    <a:pt x="169785" y="480644"/>
                    <a:pt x="170448" y="469227"/>
                    <a:pt x="171680" y="457906"/>
                  </a:cubicBezTo>
                  <a:cubicBezTo>
                    <a:pt x="187502" y="307966"/>
                    <a:pt x="306503" y="188566"/>
                    <a:pt x="455823" y="172583"/>
                  </a:cubicBezTo>
                  <a:cubicBezTo>
                    <a:pt x="467003" y="171346"/>
                    <a:pt x="478278" y="170680"/>
                    <a:pt x="489837" y="170680"/>
                  </a:cubicBezTo>
                  <a:cubicBezTo>
                    <a:pt x="501396" y="170680"/>
                    <a:pt x="512671" y="171346"/>
                    <a:pt x="523851" y="172583"/>
                  </a:cubicBezTo>
                  <a:cubicBezTo>
                    <a:pt x="672413" y="188471"/>
                    <a:pt x="790845" y="306729"/>
                    <a:pt x="807710" y="455527"/>
                  </a:cubicBezTo>
                  <a:lnTo>
                    <a:pt x="978063" y="455527"/>
                  </a:lnTo>
                  <a:cubicBezTo>
                    <a:pt x="971431" y="366191"/>
                    <a:pt x="941018" y="283610"/>
                    <a:pt x="893171" y="213873"/>
                  </a:cubicBezTo>
                  <a:cubicBezTo>
                    <a:pt x="893171" y="213778"/>
                    <a:pt x="892981" y="213588"/>
                    <a:pt x="892887" y="213493"/>
                  </a:cubicBezTo>
                  <a:cubicBezTo>
                    <a:pt x="810742" y="93807"/>
                    <a:pt x="677055" y="12368"/>
                    <a:pt x="523946" y="1713"/>
                  </a:cubicBezTo>
                  <a:cubicBezTo>
                    <a:pt x="512671" y="951"/>
                    <a:pt x="501491" y="0"/>
                    <a:pt x="489932" y="0"/>
                  </a:cubicBezTo>
                  <a:cubicBezTo>
                    <a:pt x="478373" y="0"/>
                    <a:pt x="467193" y="951"/>
                    <a:pt x="455918" y="1713"/>
                  </a:cubicBezTo>
                  <a:cubicBezTo>
                    <a:pt x="212894" y="18647"/>
                    <a:pt x="18475" y="213873"/>
                    <a:pt x="1705" y="457906"/>
                  </a:cubicBezTo>
                  <a:cubicBezTo>
                    <a:pt x="947" y="469227"/>
                    <a:pt x="0" y="480549"/>
                    <a:pt x="0" y="492156"/>
                  </a:cubicBezTo>
                  <a:cubicBezTo>
                    <a:pt x="0" y="503763"/>
                    <a:pt x="947" y="514989"/>
                    <a:pt x="1705" y="526216"/>
                  </a:cubicBezTo>
                  <a:cubicBezTo>
                    <a:pt x="18475" y="770344"/>
                    <a:pt x="212894" y="965665"/>
                    <a:pt x="456013" y="982504"/>
                  </a:cubicBezTo>
                  <a:cubicBezTo>
                    <a:pt x="467287" y="983265"/>
                    <a:pt x="478562" y="984217"/>
                    <a:pt x="490027" y="984217"/>
                  </a:cubicBezTo>
                  <a:cubicBezTo>
                    <a:pt x="501491" y="984217"/>
                    <a:pt x="512766" y="983265"/>
                    <a:pt x="524040" y="982504"/>
                  </a:cubicBezTo>
                  <a:cubicBezTo>
                    <a:pt x="677245" y="971849"/>
                    <a:pt x="811121" y="890219"/>
                    <a:pt x="893360" y="770248"/>
                  </a:cubicBezTo>
                  <a:cubicBezTo>
                    <a:pt x="975126" y="889553"/>
                    <a:pt x="1108055" y="970897"/>
                    <a:pt x="1260217" y="982314"/>
                  </a:cubicBezTo>
                  <a:lnTo>
                    <a:pt x="1260217" y="811349"/>
                  </a:lnTo>
                  <a:cubicBezTo>
                    <a:pt x="1112887" y="794414"/>
                    <a:pt x="995591" y="676726"/>
                    <a:pt x="978821" y="528690"/>
                  </a:cubicBezTo>
                </a:path>
              </a:pathLst>
            </a:custGeom>
            <a:solidFill>
              <a:schemeClr val="bg1"/>
            </a:solidFill>
            <a:ln w="9475" cap="flat">
              <a:noFill/>
              <a:prstDash val="solid"/>
              <a:miter/>
            </a:ln>
          </p:spPr>
          <p:txBody>
            <a:bodyPr wrap="square" rtlCol="0" anchor="ctr">
              <a:noAutofit/>
            </a:bodyPr>
            <a:lstStyle/>
            <a:p>
              <a:endParaRPr lang="en-AU"/>
            </a:p>
          </p:txBody>
        </p:sp>
      </p:grpSp>
      <p:sp>
        <p:nvSpPr>
          <p:cNvPr id="18" name="Text Placeholder 17">
            <a:extLst>
              <a:ext uri="{FF2B5EF4-FFF2-40B4-BE49-F238E27FC236}">
                <a16:creationId xmlns:a16="http://schemas.microsoft.com/office/drawing/2014/main" id="{C4B5D610-57C7-10D5-8BEE-9DDD998AA458}"/>
              </a:ext>
            </a:extLst>
          </p:cNvPr>
          <p:cNvSpPr>
            <a:spLocks noGrp="1"/>
          </p:cNvSpPr>
          <p:nvPr>
            <p:ph type="body" sz="quarter" idx="11" hasCustomPrompt="1"/>
          </p:nvPr>
        </p:nvSpPr>
        <p:spPr>
          <a:xfrm>
            <a:off x="6815817" y="5468647"/>
            <a:ext cx="4679950" cy="630316"/>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of section divider goes here</a:t>
            </a:r>
          </a:p>
        </p:txBody>
      </p:sp>
      <p:cxnSp>
        <p:nvCxnSpPr>
          <p:cNvPr id="23" name="Straight Connector 22">
            <a:extLst>
              <a:ext uri="{FF2B5EF4-FFF2-40B4-BE49-F238E27FC236}">
                <a16:creationId xmlns:a16="http://schemas.microsoft.com/office/drawing/2014/main" id="{1ADD50DC-635B-64C8-FA39-6FC0E308FB75}"/>
              </a:ext>
            </a:extLst>
          </p:cNvPr>
          <p:cNvCxnSpPr>
            <a:cxnSpLocks/>
          </p:cNvCxnSpPr>
          <p:nvPr userDrawn="1"/>
        </p:nvCxnSpPr>
        <p:spPr>
          <a:xfrm>
            <a:off x="6815816" y="5274388"/>
            <a:ext cx="468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 name="Text Placeholder 4">
            <a:extLst>
              <a:ext uri="{FF2B5EF4-FFF2-40B4-BE49-F238E27FC236}">
                <a16:creationId xmlns:a16="http://schemas.microsoft.com/office/drawing/2014/main" id="{59B2D8FE-E743-AF80-69DC-FC4872854FC1}"/>
              </a:ext>
            </a:extLst>
          </p:cNvPr>
          <p:cNvSpPr>
            <a:spLocks noGrp="1"/>
          </p:cNvSpPr>
          <p:nvPr>
            <p:ph type="body" sz="quarter" idx="12" hasCustomPrompt="1"/>
          </p:nvPr>
        </p:nvSpPr>
        <p:spPr>
          <a:xfrm>
            <a:off x="6815137" y="728662"/>
            <a:ext cx="1956001" cy="1259935"/>
          </a:xfrm>
          <a:prstGeom prst="rect">
            <a:avLst/>
          </a:prstGeom>
        </p:spPr>
        <p:txBody>
          <a:bodyPr/>
          <a:lstStyle>
            <a:lvl1pPr marL="0" indent="0">
              <a:buNone/>
              <a:defRPr sz="8800">
                <a:latin typeface="Aptos Light" panose="020B0004020202020204" pitchFamily="34" charset="0"/>
              </a:defRPr>
            </a:lvl1pPr>
          </a:lstStyle>
          <a:p>
            <a:pPr lvl="0"/>
            <a:r>
              <a:rPr lang="en-US" dirty="0"/>
              <a:t>01</a:t>
            </a:r>
            <a:endParaRPr lang="en-AU" dirty="0"/>
          </a:p>
        </p:txBody>
      </p:sp>
    </p:spTree>
    <p:extLst>
      <p:ext uri="{BB962C8B-B14F-4D97-AF65-F5344CB8AC3E}">
        <p14:creationId xmlns:p14="http://schemas.microsoft.com/office/powerpoint/2010/main" val="3019469999"/>
      </p:ext>
    </p:extLst>
  </p:cSld>
  <p:clrMapOvr>
    <a:masterClrMapping/>
  </p:clrMapOvr>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no imag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60E768A-636F-3167-5D75-02D3F4458197}"/>
              </a:ext>
            </a:extLst>
          </p:cNvPr>
          <p:cNvSpPr/>
          <p:nvPr userDrawn="1"/>
        </p:nvSpPr>
        <p:spPr>
          <a:xfrm>
            <a:off x="334963" y="368300"/>
            <a:ext cx="11519653"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14" name="Group 13">
            <a:extLst>
              <a:ext uri="{FF2B5EF4-FFF2-40B4-BE49-F238E27FC236}">
                <a16:creationId xmlns:a16="http://schemas.microsoft.com/office/drawing/2014/main" id="{10EA893D-FEC6-E5A3-1F0D-549BA74B4758}"/>
              </a:ext>
            </a:extLst>
          </p:cNvPr>
          <p:cNvGrpSpPr/>
          <p:nvPr userDrawn="1"/>
        </p:nvGrpSpPr>
        <p:grpSpPr>
          <a:xfrm>
            <a:off x="11041063" y="552640"/>
            <a:ext cx="638858" cy="352046"/>
            <a:chOff x="7044669" y="203200"/>
            <a:chExt cx="1786057" cy="984216"/>
          </a:xfrm>
        </p:grpSpPr>
        <p:sp>
          <p:nvSpPr>
            <p:cNvPr id="15" name="Freeform 6">
              <a:extLst>
                <a:ext uri="{FF2B5EF4-FFF2-40B4-BE49-F238E27FC236}">
                  <a16:creationId xmlns:a16="http://schemas.microsoft.com/office/drawing/2014/main" id="{183F369C-1E7B-F205-7F0F-D4950B39833B}"/>
                </a:ext>
              </a:extLst>
            </p:cNvPr>
            <p:cNvSpPr/>
            <p:nvPr/>
          </p:nvSpPr>
          <p:spPr>
            <a:xfrm>
              <a:off x="7937745" y="203200"/>
              <a:ext cx="892981" cy="982218"/>
            </a:xfrm>
            <a:custGeom>
              <a:avLst/>
              <a:gdLst>
                <a:gd name="connsiteX0" fmla="*/ 891371 w 892981"/>
                <a:gd name="connsiteY0" fmla="*/ 457906 h 982218"/>
                <a:gd name="connsiteX1" fmla="*/ 437063 w 892981"/>
                <a:gd name="connsiteY1" fmla="*/ 1713 h 982218"/>
                <a:gd name="connsiteX2" fmla="*/ 403050 w 892981"/>
                <a:gd name="connsiteY2" fmla="*/ 0 h 982218"/>
                <a:gd name="connsiteX3" fmla="*/ 369036 w 892981"/>
                <a:gd name="connsiteY3" fmla="*/ 1713 h 982218"/>
                <a:gd name="connsiteX4" fmla="*/ 0 w 892981"/>
                <a:gd name="connsiteY4" fmla="*/ 213493 h 982218"/>
                <a:gd name="connsiteX5" fmla="*/ 284 w 892981"/>
                <a:gd name="connsiteY5" fmla="*/ 213873 h 982218"/>
                <a:gd name="connsiteX6" fmla="*/ 85082 w 892981"/>
                <a:gd name="connsiteY6" fmla="*/ 455527 h 982218"/>
                <a:gd name="connsiteX7" fmla="*/ 85177 w 892981"/>
                <a:gd name="connsiteY7" fmla="*/ 455527 h 982218"/>
                <a:gd name="connsiteX8" fmla="*/ 368941 w 892981"/>
                <a:gd name="connsiteY8" fmla="*/ 172583 h 982218"/>
                <a:gd name="connsiteX9" fmla="*/ 402955 w 892981"/>
                <a:gd name="connsiteY9" fmla="*/ 170680 h 982218"/>
                <a:gd name="connsiteX10" fmla="*/ 436969 w 892981"/>
                <a:gd name="connsiteY10" fmla="*/ 172583 h 982218"/>
                <a:gd name="connsiteX11" fmla="*/ 721112 w 892981"/>
                <a:gd name="connsiteY11" fmla="*/ 457906 h 982218"/>
                <a:gd name="connsiteX12" fmla="*/ 722912 w 892981"/>
                <a:gd name="connsiteY12" fmla="*/ 492156 h 982218"/>
                <a:gd name="connsiteX13" fmla="*/ 721112 w 892981"/>
                <a:gd name="connsiteY13" fmla="*/ 526216 h 982218"/>
                <a:gd name="connsiteX14" fmla="*/ 439811 w 892981"/>
                <a:gd name="connsiteY14" fmla="*/ 811158 h 982218"/>
                <a:gd name="connsiteX15" fmla="*/ 439811 w 892981"/>
                <a:gd name="connsiteY15" fmla="*/ 982219 h 982218"/>
                <a:gd name="connsiteX16" fmla="*/ 891276 w 892981"/>
                <a:gd name="connsiteY16" fmla="*/ 526216 h 982218"/>
                <a:gd name="connsiteX17" fmla="*/ 892981 w 892981"/>
                <a:gd name="connsiteY17" fmla="*/ 492156 h 982218"/>
                <a:gd name="connsiteX18" fmla="*/ 891276 w 892981"/>
                <a:gd name="connsiteY18" fmla="*/ 457906 h 98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92981" h="982218">
                  <a:moveTo>
                    <a:pt x="891371" y="457906"/>
                  </a:moveTo>
                  <a:cubicBezTo>
                    <a:pt x="874506" y="213968"/>
                    <a:pt x="680087" y="18647"/>
                    <a:pt x="437063" y="1713"/>
                  </a:cubicBezTo>
                  <a:cubicBezTo>
                    <a:pt x="425789" y="951"/>
                    <a:pt x="414514" y="0"/>
                    <a:pt x="403050" y="0"/>
                  </a:cubicBezTo>
                  <a:cubicBezTo>
                    <a:pt x="391585" y="0"/>
                    <a:pt x="380311" y="951"/>
                    <a:pt x="369036" y="1713"/>
                  </a:cubicBezTo>
                  <a:cubicBezTo>
                    <a:pt x="216021" y="12368"/>
                    <a:pt x="82240" y="93807"/>
                    <a:pt x="0" y="213493"/>
                  </a:cubicBezTo>
                  <a:cubicBezTo>
                    <a:pt x="0" y="213588"/>
                    <a:pt x="189" y="213778"/>
                    <a:pt x="284" y="213873"/>
                  </a:cubicBezTo>
                  <a:cubicBezTo>
                    <a:pt x="48036" y="283610"/>
                    <a:pt x="78450" y="366287"/>
                    <a:pt x="85082" y="455527"/>
                  </a:cubicBezTo>
                  <a:lnTo>
                    <a:pt x="85177" y="455527"/>
                  </a:lnTo>
                  <a:cubicBezTo>
                    <a:pt x="102041" y="306729"/>
                    <a:pt x="220474" y="188471"/>
                    <a:pt x="368941" y="172583"/>
                  </a:cubicBezTo>
                  <a:cubicBezTo>
                    <a:pt x="380121" y="171346"/>
                    <a:pt x="391491" y="170680"/>
                    <a:pt x="402955" y="170680"/>
                  </a:cubicBezTo>
                  <a:cubicBezTo>
                    <a:pt x="414419" y="170680"/>
                    <a:pt x="425789" y="171346"/>
                    <a:pt x="436969" y="172583"/>
                  </a:cubicBezTo>
                  <a:cubicBezTo>
                    <a:pt x="586288" y="188566"/>
                    <a:pt x="705289" y="307966"/>
                    <a:pt x="721112" y="457906"/>
                  </a:cubicBezTo>
                  <a:cubicBezTo>
                    <a:pt x="722249" y="469227"/>
                    <a:pt x="722912" y="480549"/>
                    <a:pt x="722912" y="492156"/>
                  </a:cubicBezTo>
                  <a:cubicBezTo>
                    <a:pt x="722912" y="503763"/>
                    <a:pt x="722249" y="515085"/>
                    <a:pt x="721112" y="526216"/>
                  </a:cubicBezTo>
                  <a:cubicBezTo>
                    <a:pt x="705384" y="675204"/>
                    <a:pt x="587804" y="794033"/>
                    <a:pt x="439811" y="811158"/>
                  </a:cubicBezTo>
                  <a:lnTo>
                    <a:pt x="439811" y="982219"/>
                  </a:lnTo>
                  <a:cubicBezTo>
                    <a:pt x="681508" y="963952"/>
                    <a:pt x="874506" y="769297"/>
                    <a:pt x="891276" y="526216"/>
                  </a:cubicBezTo>
                  <a:cubicBezTo>
                    <a:pt x="892034" y="514894"/>
                    <a:pt x="892981" y="503668"/>
                    <a:pt x="892981" y="492156"/>
                  </a:cubicBezTo>
                  <a:cubicBezTo>
                    <a:pt x="892981" y="480644"/>
                    <a:pt x="892034" y="469323"/>
                    <a:pt x="891276" y="457906"/>
                  </a:cubicBezTo>
                </a:path>
              </a:pathLst>
            </a:custGeom>
            <a:solidFill>
              <a:srgbClr val="3B3737"/>
            </a:solidFill>
            <a:ln w="9475" cap="flat">
              <a:noFill/>
              <a:prstDash val="solid"/>
              <a:miter/>
            </a:ln>
          </p:spPr>
          <p:txBody>
            <a:bodyPr wrap="square" rtlCol="0" anchor="ctr">
              <a:noAutofit/>
            </a:bodyPr>
            <a:lstStyle/>
            <a:p>
              <a:endParaRPr lang="en-AU"/>
            </a:p>
          </p:txBody>
        </p:sp>
        <p:sp>
          <p:nvSpPr>
            <p:cNvPr id="16" name="Freeform 7">
              <a:extLst>
                <a:ext uri="{FF2B5EF4-FFF2-40B4-BE49-F238E27FC236}">
                  <a16:creationId xmlns:a16="http://schemas.microsoft.com/office/drawing/2014/main" id="{60B01AB5-A932-B9AC-EC3A-8BE245CC5B82}"/>
                </a:ext>
              </a:extLst>
            </p:cNvPr>
            <p:cNvSpPr/>
            <p:nvPr/>
          </p:nvSpPr>
          <p:spPr>
            <a:xfrm>
              <a:off x="7044669" y="203200"/>
              <a:ext cx="1260216" cy="984216"/>
            </a:xfrm>
            <a:custGeom>
              <a:avLst/>
              <a:gdLst>
                <a:gd name="connsiteX0" fmla="*/ 978821 w 1260216"/>
                <a:gd name="connsiteY0" fmla="*/ 528690 h 984216"/>
                <a:gd name="connsiteX1" fmla="*/ 807710 w 1260216"/>
                <a:gd name="connsiteY1" fmla="*/ 528690 h 984216"/>
                <a:gd name="connsiteX2" fmla="*/ 523851 w 1260216"/>
                <a:gd name="connsiteY2" fmla="*/ 811634 h 984216"/>
                <a:gd name="connsiteX3" fmla="*/ 489837 w 1260216"/>
                <a:gd name="connsiteY3" fmla="*/ 813442 h 984216"/>
                <a:gd name="connsiteX4" fmla="*/ 455823 w 1260216"/>
                <a:gd name="connsiteY4" fmla="*/ 811634 h 984216"/>
                <a:gd name="connsiteX5" fmla="*/ 171680 w 1260216"/>
                <a:gd name="connsiteY5" fmla="*/ 526216 h 984216"/>
                <a:gd name="connsiteX6" fmla="*/ 169785 w 1260216"/>
                <a:gd name="connsiteY6" fmla="*/ 492156 h 984216"/>
                <a:gd name="connsiteX7" fmla="*/ 171680 w 1260216"/>
                <a:gd name="connsiteY7" fmla="*/ 457906 h 984216"/>
                <a:gd name="connsiteX8" fmla="*/ 455823 w 1260216"/>
                <a:gd name="connsiteY8" fmla="*/ 172583 h 984216"/>
                <a:gd name="connsiteX9" fmla="*/ 489837 w 1260216"/>
                <a:gd name="connsiteY9" fmla="*/ 170680 h 984216"/>
                <a:gd name="connsiteX10" fmla="*/ 523851 w 1260216"/>
                <a:gd name="connsiteY10" fmla="*/ 172583 h 984216"/>
                <a:gd name="connsiteX11" fmla="*/ 807710 w 1260216"/>
                <a:gd name="connsiteY11" fmla="*/ 455527 h 984216"/>
                <a:gd name="connsiteX12" fmla="*/ 978063 w 1260216"/>
                <a:gd name="connsiteY12" fmla="*/ 455527 h 984216"/>
                <a:gd name="connsiteX13" fmla="*/ 893171 w 1260216"/>
                <a:gd name="connsiteY13" fmla="*/ 213873 h 984216"/>
                <a:gd name="connsiteX14" fmla="*/ 892887 w 1260216"/>
                <a:gd name="connsiteY14" fmla="*/ 213493 h 984216"/>
                <a:gd name="connsiteX15" fmla="*/ 523946 w 1260216"/>
                <a:gd name="connsiteY15" fmla="*/ 1713 h 984216"/>
                <a:gd name="connsiteX16" fmla="*/ 489932 w 1260216"/>
                <a:gd name="connsiteY16" fmla="*/ 0 h 984216"/>
                <a:gd name="connsiteX17" fmla="*/ 455918 w 1260216"/>
                <a:gd name="connsiteY17" fmla="*/ 1713 h 984216"/>
                <a:gd name="connsiteX18" fmla="*/ 1705 w 1260216"/>
                <a:gd name="connsiteY18" fmla="*/ 457906 h 984216"/>
                <a:gd name="connsiteX19" fmla="*/ 0 w 1260216"/>
                <a:gd name="connsiteY19" fmla="*/ 492156 h 984216"/>
                <a:gd name="connsiteX20" fmla="*/ 1705 w 1260216"/>
                <a:gd name="connsiteY20" fmla="*/ 526216 h 984216"/>
                <a:gd name="connsiteX21" fmla="*/ 456013 w 1260216"/>
                <a:gd name="connsiteY21" fmla="*/ 982504 h 984216"/>
                <a:gd name="connsiteX22" fmla="*/ 490027 w 1260216"/>
                <a:gd name="connsiteY22" fmla="*/ 984217 h 984216"/>
                <a:gd name="connsiteX23" fmla="*/ 524040 w 1260216"/>
                <a:gd name="connsiteY23" fmla="*/ 982504 h 984216"/>
                <a:gd name="connsiteX24" fmla="*/ 893360 w 1260216"/>
                <a:gd name="connsiteY24" fmla="*/ 770248 h 984216"/>
                <a:gd name="connsiteX25" fmla="*/ 1260217 w 1260216"/>
                <a:gd name="connsiteY25" fmla="*/ 982314 h 984216"/>
                <a:gd name="connsiteX26" fmla="*/ 1260217 w 1260216"/>
                <a:gd name="connsiteY26" fmla="*/ 811349 h 984216"/>
                <a:gd name="connsiteX27" fmla="*/ 978821 w 1260216"/>
                <a:gd name="connsiteY27" fmla="*/ 528690 h 984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60216" h="984216">
                  <a:moveTo>
                    <a:pt x="978821" y="528690"/>
                  </a:moveTo>
                  <a:lnTo>
                    <a:pt x="807710" y="528690"/>
                  </a:lnTo>
                  <a:cubicBezTo>
                    <a:pt x="790845" y="677487"/>
                    <a:pt x="672413" y="795841"/>
                    <a:pt x="523851" y="811634"/>
                  </a:cubicBezTo>
                  <a:cubicBezTo>
                    <a:pt x="512671" y="812776"/>
                    <a:pt x="501301" y="813442"/>
                    <a:pt x="489837" y="813442"/>
                  </a:cubicBezTo>
                  <a:cubicBezTo>
                    <a:pt x="478373" y="813442"/>
                    <a:pt x="467003" y="812776"/>
                    <a:pt x="455823" y="811634"/>
                  </a:cubicBezTo>
                  <a:cubicBezTo>
                    <a:pt x="306503" y="795651"/>
                    <a:pt x="187502" y="676251"/>
                    <a:pt x="171680" y="526216"/>
                  </a:cubicBezTo>
                  <a:cubicBezTo>
                    <a:pt x="170448" y="514989"/>
                    <a:pt x="169785" y="503668"/>
                    <a:pt x="169785" y="492156"/>
                  </a:cubicBezTo>
                  <a:cubicBezTo>
                    <a:pt x="169785" y="480644"/>
                    <a:pt x="170448" y="469227"/>
                    <a:pt x="171680" y="457906"/>
                  </a:cubicBezTo>
                  <a:cubicBezTo>
                    <a:pt x="187502" y="307966"/>
                    <a:pt x="306503" y="188566"/>
                    <a:pt x="455823" y="172583"/>
                  </a:cubicBezTo>
                  <a:cubicBezTo>
                    <a:pt x="467003" y="171346"/>
                    <a:pt x="478278" y="170680"/>
                    <a:pt x="489837" y="170680"/>
                  </a:cubicBezTo>
                  <a:cubicBezTo>
                    <a:pt x="501396" y="170680"/>
                    <a:pt x="512671" y="171346"/>
                    <a:pt x="523851" y="172583"/>
                  </a:cubicBezTo>
                  <a:cubicBezTo>
                    <a:pt x="672413" y="188471"/>
                    <a:pt x="790845" y="306729"/>
                    <a:pt x="807710" y="455527"/>
                  </a:cubicBezTo>
                  <a:lnTo>
                    <a:pt x="978063" y="455527"/>
                  </a:lnTo>
                  <a:cubicBezTo>
                    <a:pt x="971431" y="366191"/>
                    <a:pt x="941018" y="283610"/>
                    <a:pt x="893171" y="213873"/>
                  </a:cubicBezTo>
                  <a:cubicBezTo>
                    <a:pt x="893171" y="213778"/>
                    <a:pt x="892981" y="213588"/>
                    <a:pt x="892887" y="213493"/>
                  </a:cubicBezTo>
                  <a:cubicBezTo>
                    <a:pt x="810742" y="93807"/>
                    <a:pt x="677055" y="12368"/>
                    <a:pt x="523946" y="1713"/>
                  </a:cubicBezTo>
                  <a:cubicBezTo>
                    <a:pt x="512671" y="951"/>
                    <a:pt x="501491" y="0"/>
                    <a:pt x="489932" y="0"/>
                  </a:cubicBezTo>
                  <a:cubicBezTo>
                    <a:pt x="478373" y="0"/>
                    <a:pt x="467193" y="951"/>
                    <a:pt x="455918" y="1713"/>
                  </a:cubicBezTo>
                  <a:cubicBezTo>
                    <a:pt x="212894" y="18647"/>
                    <a:pt x="18475" y="213873"/>
                    <a:pt x="1705" y="457906"/>
                  </a:cubicBezTo>
                  <a:cubicBezTo>
                    <a:pt x="947" y="469227"/>
                    <a:pt x="0" y="480549"/>
                    <a:pt x="0" y="492156"/>
                  </a:cubicBezTo>
                  <a:cubicBezTo>
                    <a:pt x="0" y="503763"/>
                    <a:pt x="947" y="514989"/>
                    <a:pt x="1705" y="526216"/>
                  </a:cubicBezTo>
                  <a:cubicBezTo>
                    <a:pt x="18475" y="770344"/>
                    <a:pt x="212894" y="965665"/>
                    <a:pt x="456013" y="982504"/>
                  </a:cubicBezTo>
                  <a:cubicBezTo>
                    <a:pt x="467287" y="983265"/>
                    <a:pt x="478562" y="984217"/>
                    <a:pt x="490027" y="984217"/>
                  </a:cubicBezTo>
                  <a:cubicBezTo>
                    <a:pt x="501491" y="984217"/>
                    <a:pt x="512766" y="983265"/>
                    <a:pt x="524040" y="982504"/>
                  </a:cubicBezTo>
                  <a:cubicBezTo>
                    <a:pt x="677245" y="971849"/>
                    <a:pt x="811121" y="890219"/>
                    <a:pt x="893360" y="770248"/>
                  </a:cubicBezTo>
                  <a:cubicBezTo>
                    <a:pt x="975126" y="889553"/>
                    <a:pt x="1108055" y="970897"/>
                    <a:pt x="1260217" y="982314"/>
                  </a:cubicBezTo>
                  <a:lnTo>
                    <a:pt x="1260217" y="811349"/>
                  </a:lnTo>
                  <a:cubicBezTo>
                    <a:pt x="1112887" y="794414"/>
                    <a:pt x="995591" y="676726"/>
                    <a:pt x="978821" y="528690"/>
                  </a:cubicBezTo>
                </a:path>
              </a:pathLst>
            </a:custGeom>
            <a:solidFill>
              <a:schemeClr val="bg1"/>
            </a:solidFill>
            <a:ln w="9475" cap="flat">
              <a:noFill/>
              <a:prstDash val="solid"/>
              <a:miter/>
            </a:ln>
          </p:spPr>
          <p:txBody>
            <a:bodyPr wrap="square" rtlCol="0" anchor="ctr">
              <a:noAutofit/>
            </a:bodyPr>
            <a:lstStyle/>
            <a:p>
              <a:endParaRPr lang="en-AU"/>
            </a:p>
          </p:txBody>
        </p:sp>
      </p:grpSp>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6815816" y="3552676"/>
            <a:ext cx="4680000" cy="1527453"/>
          </a:xfrm>
          <a:prstGeom prst="rect">
            <a:avLst/>
          </a:prstGeom>
        </p:spPr>
        <p:txBody>
          <a:bodyPr bIns="180000" anchor="b" anchorCtr="0">
            <a:normAutofit/>
          </a:bodyPr>
          <a:lstStyle>
            <a:lvl1pPr algn="l">
              <a:defRPr sz="2800" b="1" u="none" baseline="0">
                <a:ln>
                  <a:noFill/>
                </a:ln>
                <a:uFillTx/>
              </a:defRPr>
            </a:lvl1pPr>
          </a:lstStyle>
          <a:p>
            <a:r>
              <a:rPr lang="en-GB" dirty="0"/>
              <a:t>Section divider goes here and this is how it looks with multiple lines</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6815817" y="5468647"/>
            <a:ext cx="4679950" cy="630316"/>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of section divider goes here</a:t>
            </a:r>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6815816" y="5274388"/>
            <a:ext cx="4680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6" name="Text Placeholder 4">
            <a:extLst>
              <a:ext uri="{FF2B5EF4-FFF2-40B4-BE49-F238E27FC236}">
                <a16:creationId xmlns:a16="http://schemas.microsoft.com/office/drawing/2014/main" id="{A9327DA3-B6B6-2E4D-5433-C26749283F37}"/>
              </a:ext>
            </a:extLst>
          </p:cNvPr>
          <p:cNvSpPr>
            <a:spLocks noGrp="1"/>
          </p:cNvSpPr>
          <p:nvPr>
            <p:ph type="body" sz="quarter" idx="12" hasCustomPrompt="1"/>
          </p:nvPr>
        </p:nvSpPr>
        <p:spPr>
          <a:xfrm>
            <a:off x="695325" y="746754"/>
            <a:ext cx="1956001" cy="1259935"/>
          </a:xfrm>
          <a:prstGeom prst="rect">
            <a:avLst/>
          </a:prstGeom>
        </p:spPr>
        <p:txBody>
          <a:bodyPr/>
          <a:lstStyle>
            <a:lvl1pPr marL="0" indent="0">
              <a:buNone/>
              <a:defRPr sz="8800">
                <a:latin typeface="Aptos Light" panose="020B0004020202020204" pitchFamily="34" charset="0"/>
              </a:defRPr>
            </a:lvl1pPr>
          </a:lstStyle>
          <a:p>
            <a:pPr lvl="0"/>
            <a:r>
              <a:rPr lang="en-US" dirty="0"/>
              <a:t>01</a:t>
            </a:r>
            <a:endParaRPr lang="en-AU" dirty="0"/>
          </a:p>
        </p:txBody>
      </p:sp>
    </p:spTree>
    <p:extLst>
      <p:ext uri="{BB962C8B-B14F-4D97-AF65-F5344CB8AC3E}">
        <p14:creationId xmlns:p14="http://schemas.microsoft.com/office/powerpoint/2010/main" val="1696793097"/>
      </p:ext>
    </p:extLst>
  </p:cSld>
  <p:clrMapOvr>
    <a:masterClrMapping/>
  </p:clrMapOvr>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conciliation statem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17C94A-7944-B49C-ACDD-4C4E328AE94C}"/>
              </a:ext>
            </a:extLst>
          </p:cNvPr>
          <p:cNvSpPr/>
          <p:nvPr userDrawn="1"/>
        </p:nvSpPr>
        <p:spPr>
          <a:xfrm>
            <a:off x="0" y="0"/>
            <a:ext cx="12192000" cy="6858000"/>
          </a:xfrm>
          <a:prstGeom prst="rect">
            <a:avLst/>
          </a:prstGeom>
          <a:solidFill>
            <a:srgbClr val="E5E0DA"/>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AU"/>
          </a:p>
        </p:txBody>
      </p:sp>
      <p:pic>
        <p:nvPicPr>
          <p:cNvPr id="5" name="Picture 4" descr="A painting of a sun&#10;&#10;Description automatically generated">
            <a:extLst>
              <a:ext uri="{FF2B5EF4-FFF2-40B4-BE49-F238E27FC236}">
                <a16:creationId xmlns:a16="http://schemas.microsoft.com/office/drawing/2014/main" id="{486DA151-CE05-3BCA-539C-AF808633260D}"/>
              </a:ext>
            </a:extLst>
          </p:cNvPr>
          <p:cNvPicPr>
            <a:picLocks noChangeAspect="1"/>
          </p:cNvPicPr>
          <p:nvPr userDrawn="1"/>
        </p:nvPicPr>
        <p:blipFill rotWithShape="1">
          <a:blip r:embed="rId2"/>
          <a:srcRect r="23378"/>
          <a:stretch/>
        </p:blipFill>
        <p:spPr>
          <a:xfrm>
            <a:off x="5503065" y="0"/>
            <a:ext cx="6688935" cy="6861542"/>
          </a:xfrm>
          <a:prstGeom prst="rect">
            <a:avLst/>
          </a:prstGeom>
        </p:spPr>
      </p:pic>
      <p:sp>
        <p:nvSpPr>
          <p:cNvPr id="6" name="TextBox 5">
            <a:extLst>
              <a:ext uri="{FF2B5EF4-FFF2-40B4-BE49-F238E27FC236}">
                <a16:creationId xmlns:a16="http://schemas.microsoft.com/office/drawing/2014/main" id="{4BCC260E-D161-D7F9-0A74-5D7A5787775C}"/>
              </a:ext>
            </a:extLst>
          </p:cNvPr>
          <p:cNvSpPr txBox="1"/>
          <p:nvPr userDrawn="1"/>
        </p:nvSpPr>
        <p:spPr>
          <a:xfrm>
            <a:off x="427588" y="344913"/>
            <a:ext cx="5304272" cy="778098"/>
          </a:xfrm>
          <a:prstGeom prst="rect">
            <a:avLst/>
          </a:prstGeom>
          <a:noFill/>
        </p:spPr>
        <p:txBody>
          <a:bodyPr wrap="square" lIns="0" tIns="0" rIns="0" bIns="0" rtlCol="0">
            <a:noAutofit/>
          </a:bodyPr>
          <a:lstStyle/>
          <a:p>
            <a:pPr>
              <a:lnSpc>
                <a:spcPct val="90000"/>
              </a:lnSpc>
            </a:pPr>
            <a:r>
              <a:rPr lang="en-AU" sz="2800" spc="-50" baseline="0" dirty="0">
                <a:solidFill>
                  <a:srgbClr val="3B3737"/>
                </a:solidFill>
              </a:rPr>
              <a:t>Reconciliation</a:t>
            </a:r>
            <a:br>
              <a:rPr lang="en-AU" sz="2800" spc="-50" baseline="0" dirty="0">
                <a:solidFill>
                  <a:srgbClr val="3B3737"/>
                </a:solidFill>
              </a:rPr>
            </a:br>
            <a:r>
              <a:rPr lang="en-AU" sz="2800" spc="-50" baseline="0" dirty="0">
                <a:solidFill>
                  <a:srgbClr val="3B3737"/>
                </a:solidFill>
              </a:rPr>
              <a:t>Commitment Statement</a:t>
            </a:r>
          </a:p>
        </p:txBody>
      </p:sp>
      <p:cxnSp>
        <p:nvCxnSpPr>
          <p:cNvPr id="7" name="Straight Arrow Connector 6">
            <a:extLst>
              <a:ext uri="{FF2B5EF4-FFF2-40B4-BE49-F238E27FC236}">
                <a16:creationId xmlns:a16="http://schemas.microsoft.com/office/drawing/2014/main" id="{57FCE5AF-40F3-8FB5-614B-A65ACC409660}"/>
              </a:ext>
            </a:extLst>
          </p:cNvPr>
          <p:cNvCxnSpPr>
            <a:cxnSpLocks/>
          </p:cNvCxnSpPr>
          <p:nvPr userDrawn="1"/>
        </p:nvCxnSpPr>
        <p:spPr>
          <a:xfrm>
            <a:off x="452438" y="5377295"/>
            <a:ext cx="5183049" cy="0"/>
          </a:xfrm>
          <a:prstGeom prst="straightConnector1">
            <a:avLst/>
          </a:prstGeom>
          <a:ln w="9525">
            <a:solidFill>
              <a:srgbClr val="3B3737"/>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046611C-5079-A487-0040-BC2FC072B957}"/>
              </a:ext>
            </a:extLst>
          </p:cNvPr>
          <p:cNvSpPr txBox="1"/>
          <p:nvPr userDrawn="1"/>
        </p:nvSpPr>
        <p:spPr>
          <a:xfrm>
            <a:off x="452438" y="1365915"/>
            <a:ext cx="5070507" cy="3916705"/>
          </a:xfrm>
          <a:prstGeom prst="rect">
            <a:avLst/>
          </a:prstGeom>
          <a:noFill/>
        </p:spPr>
        <p:txBody>
          <a:bodyPr wrap="square" lIns="0" tIns="0" rIns="0" bIns="0" rtlCol="0">
            <a:noAutofit/>
          </a:bodyPr>
          <a:lstStyle/>
          <a:p>
            <a:pPr>
              <a:lnSpc>
                <a:spcPct val="110000"/>
              </a:lnSpc>
              <a:spcBef>
                <a:spcPts val="300"/>
              </a:spcBef>
              <a:spcAft>
                <a:spcPts val="300"/>
              </a:spcAft>
            </a:pPr>
            <a:r>
              <a:rPr lang="en-AU" sz="1200" spc="-50" baseline="0" dirty="0">
                <a:solidFill>
                  <a:srgbClr val="3B3737"/>
                </a:solidFill>
              </a:rPr>
              <a:t>We pay our respect and recognise Aboriginal peoples as the traditional custodians of the land in NSW who have cared for and protected the environment, waterways, and sacred sites over many millennia. We honour and thank the traditional custodians of the land on which our office is located, the Gadigal people of the Eora Nation, and the traditional custodians of all the lands on which our employees live and work. We pay our respects to their Elders past and present, and to the next generation of leaders. </a:t>
            </a:r>
          </a:p>
          <a:p>
            <a:pPr>
              <a:lnSpc>
                <a:spcPct val="110000"/>
              </a:lnSpc>
              <a:spcBef>
                <a:spcPts val="300"/>
              </a:spcBef>
              <a:spcAft>
                <a:spcPts val="300"/>
              </a:spcAft>
            </a:pPr>
            <a:r>
              <a:rPr lang="en-AU" sz="1200" spc="-50" baseline="0" dirty="0">
                <a:solidFill>
                  <a:srgbClr val="3B3737"/>
                </a:solidFill>
              </a:rPr>
              <a:t>We acknowledge that our long history of helping to foster accountability and transparency in the government and Parliament is also shared with the histories of colonisation and the resulting disadvantage of Aboriginal and Torres Strait Islander peoples in this state. </a:t>
            </a:r>
          </a:p>
          <a:p>
            <a:pPr>
              <a:lnSpc>
                <a:spcPct val="110000"/>
              </a:lnSpc>
              <a:spcBef>
                <a:spcPts val="300"/>
              </a:spcBef>
              <a:spcAft>
                <a:spcPts val="300"/>
              </a:spcAft>
            </a:pPr>
            <a:r>
              <a:rPr lang="en-AU" sz="1200" spc="-50" baseline="0" dirty="0">
                <a:solidFill>
                  <a:srgbClr val="3B3737"/>
                </a:solidFill>
              </a:rPr>
              <a:t>We embrace our role in holding government agencies to account for the delivery of effective services for Aboriginal and Torres Strait Islander peoples. We are committed to ensuring that our audits are culturally responsive, respectful and inclusive, and that we engage with Aboriginal and Torres Strait Islander peoples and communities in a meaningful and collaborative way. </a:t>
            </a:r>
          </a:p>
          <a:p>
            <a:pPr>
              <a:lnSpc>
                <a:spcPct val="110000"/>
              </a:lnSpc>
              <a:spcBef>
                <a:spcPts val="300"/>
              </a:spcBef>
              <a:spcAft>
                <a:spcPts val="300"/>
              </a:spcAft>
            </a:pPr>
            <a:r>
              <a:rPr lang="en-AU" sz="1200" spc="-50" baseline="0" dirty="0">
                <a:solidFill>
                  <a:srgbClr val="3B3737"/>
                </a:solidFill>
              </a:rPr>
              <a:t>We recognise the ancestral tie of Aboriginal and Torres Strait Islander peoples to this land, and we acknowledge that we have much to learn from their wisdom, rich and diverse culture, languages, knowledge and practices.</a:t>
            </a:r>
          </a:p>
        </p:txBody>
      </p:sp>
      <p:sp>
        <p:nvSpPr>
          <p:cNvPr id="9" name="TextBox 8">
            <a:extLst>
              <a:ext uri="{FF2B5EF4-FFF2-40B4-BE49-F238E27FC236}">
                <a16:creationId xmlns:a16="http://schemas.microsoft.com/office/drawing/2014/main" id="{E2A640E4-2752-093E-AAA3-36D8DAB7BAC3}"/>
              </a:ext>
            </a:extLst>
          </p:cNvPr>
          <p:cNvSpPr txBox="1"/>
          <p:nvPr userDrawn="1"/>
        </p:nvSpPr>
        <p:spPr>
          <a:xfrm>
            <a:off x="452438" y="5476728"/>
            <a:ext cx="5580614" cy="164228"/>
          </a:xfrm>
          <a:prstGeom prst="rect">
            <a:avLst/>
          </a:prstGeom>
          <a:noFill/>
        </p:spPr>
        <p:txBody>
          <a:bodyPr wrap="square" lIns="0" tIns="0" rIns="0" bIns="0" rtlCol="0">
            <a:noAutofit/>
          </a:bodyPr>
          <a:lstStyle/>
          <a:p>
            <a:pPr>
              <a:lnSpc>
                <a:spcPct val="110000"/>
              </a:lnSpc>
              <a:spcBef>
                <a:spcPts val="300"/>
              </a:spcBef>
              <a:spcAft>
                <a:spcPts val="300"/>
              </a:spcAft>
            </a:pPr>
            <a:r>
              <a:rPr lang="en-AU" sz="800" b="1" spc="-20" baseline="0" dirty="0">
                <a:solidFill>
                  <a:srgbClr val="3B3737"/>
                </a:solidFill>
              </a:rPr>
              <a:t>Image</a:t>
            </a:r>
            <a:r>
              <a:rPr lang="en-AU" sz="800" spc="-20" baseline="0" dirty="0">
                <a:solidFill>
                  <a:srgbClr val="3B3737"/>
                </a:solidFill>
              </a:rPr>
              <a:t>: Extract from ‘Yarning Circle’ by Caitlin Liddle, Audit Office Indigenous internship program participant, used with permission.</a:t>
            </a:r>
          </a:p>
        </p:txBody>
      </p:sp>
      <p:cxnSp>
        <p:nvCxnSpPr>
          <p:cNvPr id="10" name="Straight Arrow Connector 9">
            <a:extLst>
              <a:ext uri="{FF2B5EF4-FFF2-40B4-BE49-F238E27FC236}">
                <a16:creationId xmlns:a16="http://schemas.microsoft.com/office/drawing/2014/main" id="{7EB2D82A-DB1D-177F-E92C-E9B77AFF540A}"/>
              </a:ext>
            </a:extLst>
          </p:cNvPr>
          <p:cNvCxnSpPr>
            <a:cxnSpLocks/>
          </p:cNvCxnSpPr>
          <p:nvPr userDrawn="1"/>
        </p:nvCxnSpPr>
        <p:spPr>
          <a:xfrm>
            <a:off x="452438" y="1212518"/>
            <a:ext cx="5183049" cy="0"/>
          </a:xfrm>
          <a:prstGeom prst="straightConnector1">
            <a:avLst/>
          </a:prstGeom>
          <a:ln w="9525">
            <a:solidFill>
              <a:srgbClr val="3B3737"/>
            </a:solidFill>
          </a:ln>
        </p:spPr>
        <p:style>
          <a:lnRef idx="2">
            <a:schemeClr val="accent1"/>
          </a:lnRef>
          <a:fillRef idx="0">
            <a:schemeClr val="accent1"/>
          </a:fillRef>
          <a:effectRef idx="1">
            <a:schemeClr val="accent1"/>
          </a:effectRef>
          <a:fontRef idx="minor">
            <a:schemeClr val="tx1"/>
          </a:fontRef>
        </p:style>
      </p:cxnSp>
      <p:pic>
        <p:nvPicPr>
          <p:cNvPr id="11" name="Picture 10" descr="A black and red text&#10;&#10;AI-generated content may be incorrect.">
            <a:extLst>
              <a:ext uri="{FF2B5EF4-FFF2-40B4-BE49-F238E27FC236}">
                <a16:creationId xmlns:a16="http://schemas.microsoft.com/office/drawing/2014/main" id="{8FA9BCBC-304C-862E-800B-0FFF54BB170D}"/>
              </a:ext>
            </a:extLst>
          </p:cNvPr>
          <p:cNvPicPr>
            <a:picLocks noChangeAspect="1"/>
          </p:cNvPicPr>
          <p:nvPr userDrawn="1"/>
        </p:nvPicPr>
        <p:blipFill>
          <a:blip r:embed="rId3"/>
          <a:stretch>
            <a:fillRect/>
          </a:stretch>
        </p:blipFill>
        <p:spPr>
          <a:xfrm>
            <a:off x="301105" y="5918199"/>
            <a:ext cx="2742857" cy="507937"/>
          </a:xfrm>
          <a:prstGeom prst="rect">
            <a:avLst/>
          </a:prstGeom>
        </p:spPr>
      </p:pic>
    </p:spTree>
    <p:extLst>
      <p:ext uri="{BB962C8B-B14F-4D97-AF65-F5344CB8AC3E}">
        <p14:creationId xmlns:p14="http://schemas.microsoft.com/office/powerpoint/2010/main" val="49497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0000"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20" name="Text Placeholder 12">
            <a:extLst>
              <a:ext uri="{FF2B5EF4-FFF2-40B4-BE49-F238E27FC236}">
                <a16:creationId xmlns:a16="http://schemas.microsoft.com/office/drawing/2014/main" id="{757EC5FF-8CE3-06D7-0EBA-A983843E99FB}"/>
              </a:ext>
            </a:extLst>
          </p:cNvPr>
          <p:cNvSpPr>
            <a:spLocks noGrp="1"/>
          </p:cNvSpPr>
          <p:nvPr>
            <p:ph type="body" sz="quarter" idx="13"/>
          </p:nvPr>
        </p:nvSpPr>
        <p:spPr>
          <a:xfrm>
            <a:off x="334962" y="2115635"/>
            <a:ext cx="11520000"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92951199"/>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3" y="368300"/>
            <a:ext cx="6696000"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3" y="1287172"/>
            <a:ext cx="6696000"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6" name="Picture Placeholder 7">
            <a:extLst>
              <a:ext uri="{FF2B5EF4-FFF2-40B4-BE49-F238E27FC236}">
                <a16:creationId xmlns:a16="http://schemas.microsoft.com/office/drawing/2014/main" id="{C79A2628-8FBC-6F04-2408-BE097FF2718A}"/>
              </a:ext>
            </a:extLst>
          </p:cNvPr>
          <p:cNvSpPr>
            <a:spLocks noGrp="1"/>
          </p:cNvSpPr>
          <p:nvPr>
            <p:ph type="pic" sz="quarter" idx="10" hasCustomPrompt="1"/>
          </p:nvPr>
        </p:nvSpPr>
        <p:spPr>
          <a:xfrm>
            <a:off x="7366000" y="367000"/>
            <a:ext cx="4500000" cy="5544000"/>
          </a:xfrm>
          <a:prstGeom prst="rect">
            <a:avLst/>
          </a:prstGeom>
        </p:spPr>
        <p:txBody>
          <a:bodyPr anchor="t" anchorCtr="0"/>
          <a:lstStyle>
            <a:lvl1pPr marL="0" indent="0" algn="ctr">
              <a:buFontTx/>
              <a:buNone/>
              <a:defRPr/>
            </a:lvl1pPr>
          </a:lstStyle>
          <a:p>
            <a:br>
              <a:rPr lang="en-GB" dirty="0"/>
            </a:br>
            <a:br>
              <a:rPr lang="en-GB" dirty="0"/>
            </a:br>
            <a:r>
              <a:rPr lang="en-GB" dirty="0"/>
              <a:t>Image goes here</a:t>
            </a:r>
            <a:endParaRPr lang="en-AU" dirty="0"/>
          </a:p>
        </p:txBody>
      </p:sp>
      <p:sp>
        <p:nvSpPr>
          <p:cNvPr id="9" name="Text Placeholder 12">
            <a:extLst>
              <a:ext uri="{FF2B5EF4-FFF2-40B4-BE49-F238E27FC236}">
                <a16:creationId xmlns:a16="http://schemas.microsoft.com/office/drawing/2014/main" id="{381F4F5E-99C5-71C2-022D-8F1162337742}"/>
              </a:ext>
            </a:extLst>
          </p:cNvPr>
          <p:cNvSpPr>
            <a:spLocks noGrp="1"/>
          </p:cNvSpPr>
          <p:nvPr>
            <p:ph type="body" sz="quarter" idx="13"/>
          </p:nvPr>
        </p:nvSpPr>
        <p:spPr>
          <a:xfrm>
            <a:off x="334963" y="2115635"/>
            <a:ext cx="6696000" cy="3795365"/>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18596877"/>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1"/>
            <a:ext cx="11522075" cy="802757"/>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7" name="Table Placeholder 6">
            <a:extLst>
              <a:ext uri="{FF2B5EF4-FFF2-40B4-BE49-F238E27FC236}">
                <a16:creationId xmlns:a16="http://schemas.microsoft.com/office/drawing/2014/main" id="{A94ACDD7-EBEF-D1E8-8D40-C1928956E46F}"/>
              </a:ext>
            </a:extLst>
          </p:cNvPr>
          <p:cNvSpPr>
            <a:spLocks noGrp="1"/>
          </p:cNvSpPr>
          <p:nvPr>
            <p:ph type="tbl" sz="quarter" idx="15" hasCustomPrompt="1"/>
          </p:nvPr>
        </p:nvSpPr>
        <p:spPr>
          <a:xfrm>
            <a:off x="334963" y="3568700"/>
            <a:ext cx="11522075" cy="2374900"/>
          </a:xfrm>
          <a:prstGeom prst="rect">
            <a:avLst/>
          </a:prstGeom>
        </p:spPr>
        <p:txBody>
          <a:bodyPr/>
          <a:lstStyle>
            <a:lvl1pPr marL="0" indent="0">
              <a:buNone/>
              <a:defRPr sz="1800"/>
            </a:lvl1pPr>
          </a:lstStyle>
          <a:p>
            <a:r>
              <a:rPr lang="en-AU" dirty="0"/>
              <a:t>Click to add table</a:t>
            </a:r>
          </a:p>
        </p:txBody>
      </p:sp>
      <p:sp>
        <p:nvSpPr>
          <p:cNvPr id="10" name="Text Placeholder 12">
            <a:extLst>
              <a:ext uri="{FF2B5EF4-FFF2-40B4-BE49-F238E27FC236}">
                <a16:creationId xmlns:a16="http://schemas.microsoft.com/office/drawing/2014/main" id="{902563AA-5E60-DCB2-63AD-99FC9C0EC2F4}"/>
              </a:ext>
            </a:extLst>
          </p:cNvPr>
          <p:cNvSpPr>
            <a:spLocks noGrp="1"/>
          </p:cNvSpPr>
          <p:nvPr>
            <p:ph type="body" sz="quarter" idx="13"/>
          </p:nvPr>
        </p:nvSpPr>
        <p:spPr>
          <a:xfrm>
            <a:off x="337038" y="2266013"/>
            <a:ext cx="11520000" cy="1152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24507478"/>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1"/>
            <a:ext cx="11522075" cy="1144875"/>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3" name="Text Placeholder 12">
            <a:extLst>
              <a:ext uri="{FF2B5EF4-FFF2-40B4-BE49-F238E27FC236}">
                <a16:creationId xmlns:a16="http://schemas.microsoft.com/office/drawing/2014/main" id="{7533F009-C809-0ACD-1657-07D074289CA1}"/>
              </a:ext>
            </a:extLst>
          </p:cNvPr>
          <p:cNvSpPr>
            <a:spLocks noGrp="1"/>
          </p:cNvSpPr>
          <p:nvPr>
            <p:ph type="body" sz="quarter" idx="13"/>
          </p:nvPr>
        </p:nvSpPr>
        <p:spPr>
          <a:xfrm>
            <a:off x="334962" y="2590799"/>
            <a:ext cx="3708000"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12" name="Text Placeholder 12">
            <a:extLst>
              <a:ext uri="{FF2B5EF4-FFF2-40B4-BE49-F238E27FC236}">
                <a16:creationId xmlns:a16="http://schemas.microsoft.com/office/drawing/2014/main" id="{D5BD42A5-6CBA-2275-4CFA-E051CA4AEC94}"/>
              </a:ext>
            </a:extLst>
          </p:cNvPr>
          <p:cNvSpPr>
            <a:spLocks noGrp="1"/>
          </p:cNvSpPr>
          <p:nvPr>
            <p:ph type="body" sz="quarter" idx="15"/>
          </p:nvPr>
        </p:nvSpPr>
        <p:spPr>
          <a:xfrm>
            <a:off x="8149037" y="2590799"/>
            <a:ext cx="3708000"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4" name="Text Placeholder 12">
            <a:extLst>
              <a:ext uri="{FF2B5EF4-FFF2-40B4-BE49-F238E27FC236}">
                <a16:creationId xmlns:a16="http://schemas.microsoft.com/office/drawing/2014/main" id="{F6C977A5-6F10-C28A-6D28-783A4438234A}"/>
              </a:ext>
            </a:extLst>
          </p:cNvPr>
          <p:cNvSpPr>
            <a:spLocks noGrp="1"/>
          </p:cNvSpPr>
          <p:nvPr>
            <p:ph type="body" sz="quarter" idx="16"/>
          </p:nvPr>
        </p:nvSpPr>
        <p:spPr>
          <a:xfrm>
            <a:off x="4241999" y="2590799"/>
            <a:ext cx="3708000"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54677851"/>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2075"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969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7" name="Picture Placeholder 6">
            <a:extLst>
              <a:ext uri="{FF2B5EF4-FFF2-40B4-BE49-F238E27FC236}">
                <a16:creationId xmlns:a16="http://schemas.microsoft.com/office/drawing/2014/main" id="{1C6EB85E-40C0-6EFB-F3ED-95486ED13D72}"/>
              </a:ext>
            </a:extLst>
          </p:cNvPr>
          <p:cNvSpPr>
            <a:spLocks noGrp="1"/>
          </p:cNvSpPr>
          <p:nvPr>
            <p:ph type="pic" sz="quarter" idx="15"/>
          </p:nvPr>
        </p:nvSpPr>
        <p:spPr>
          <a:xfrm>
            <a:off x="334962" y="2115633"/>
            <a:ext cx="2520000" cy="1620000"/>
          </a:xfrm>
          <a:prstGeom prst="rect">
            <a:avLst/>
          </a:prstGeom>
        </p:spPr>
        <p:txBody>
          <a:bodyPr anchor="t" anchorCtr="0"/>
          <a:lstStyle>
            <a:lvl1pPr marL="0" indent="0" algn="ctr">
              <a:buNone/>
              <a:defRPr sz="1800"/>
            </a:lvl1pPr>
          </a:lstStyle>
          <a:p>
            <a:r>
              <a:rPr lang="en-US"/>
              <a:t>Click icon to add picture</a:t>
            </a:r>
            <a:endParaRPr lang="en-AU" dirty="0"/>
          </a:p>
        </p:txBody>
      </p:sp>
      <p:sp>
        <p:nvSpPr>
          <p:cNvPr id="9" name="Picture Placeholder 6">
            <a:extLst>
              <a:ext uri="{FF2B5EF4-FFF2-40B4-BE49-F238E27FC236}">
                <a16:creationId xmlns:a16="http://schemas.microsoft.com/office/drawing/2014/main" id="{F2E738EA-8ADA-1C92-0988-701FC6C0D42E}"/>
              </a:ext>
            </a:extLst>
          </p:cNvPr>
          <p:cNvSpPr>
            <a:spLocks noGrp="1"/>
          </p:cNvSpPr>
          <p:nvPr>
            <p:ph type="pic" sz="quarter" idx="16"/>
          </p:nvPr>
        </p:nvSpPr>
        <p:spPr>
          <a:xfrm>
            <a:off x="3332254"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0" name="Picture Placeholder 6">
            <a:extLst>
              <a:ext uri="{FF2B5EF4-FFF2-40B4-BE49-F238E27FC236}">
                <a16:creationId xmlns:a16="http://schemas.microsoft.com/office/drawing/2014/main" id="{3D13B612-518D-715B-726B-F761CB0381D3}"/>
              </a:ext>
            </a:extLst>
          </p:cNvPr>
          <p:cNvSpPr>
            <a:spLocks noGrp="1"/>
          </p:cNvSpPr>
          <p:nvPr>
            <p:ph type="pic" sz="quarter" idx="17"/>
          </p:nvPr>
        </p:nvSpPr>
        <p:spPr>
          <a:xfrm>
            <a:off x="6329547"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2" name="Picture Placeholder 6">
            <a:extLst>
              <a:ext uri="{FF2B5EF4-FFF2-40B4-BE49-F238E27FC236}">
                <a16:creationId xmlns:a16="http://schemas.microsoft.com/office/drawing/2014/main" id="{254ABD94-F85F-B77C-250E-CADC3E0EF406}"/>
              </a:ext>
            </a:extLst>
          </p:cNvPr>
          <p:cNvSpPr>
            <a:spLocks noGrp="1"/>
          </p:cNvSpPr>
          <p:nvPr>
            <p:ph type="pic" sz="quarter" idx="18"/>
          </p:nvPr>
        </p:nvSpPr>
        <p:spPr>
          <a:xfrm>
            <a:off x="9326839"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4" name="Text Placeholder 12">
            <a:extLst>
              <a:ext uri="{FF2B5EF4-FFF2-40B4-BE49-F238E27FC236}">
                <a16:creationId xmlns:a16="http://schemas.microsoft.com/office/drawing/2014/main" id="{47E65A6D-876E-A302-2779-C6A98F12139D}"/>
              </a:ext>
            </a:extLst>
          </p:cNvPr>
          <p:cNvSpPr>
            <a:spLocks noGrp="1"/>
          </p:cNvSpPr>
          <p:nvPr>
            <p:ph type="body" sz="quarter" idx="13"/>
          </p:nvPr>
        </p:nvSpPr>
        <p:spPr>
          <a:xfrm>
            <a:off x="334962"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5" name="Text Placeholder 12">
            <a:extLst>
              <a:ext uri="{FF2B5EF4-FFF2-40B4-BE49-F238E27FC236}">
                <a16:creationId xmlns:a16="http://schemas.microsoft.com/office/drawing/2014/main" id="{61EC2DA8-1217-9135-467C-9CAD8847E556}"/>
              </a:ext>
            </a:extLst>
          </p:cNvPr>
          <p:cNvSpPr>
            <a:spLocks noGrp="1"/>
          </p:cNvSpPr>
          <p:nvPr>
            <p:ph type="body" sz="quarter" idx="19"/>
          </p:nvPr>
        </p:nvSpPr>
        <p:spPr>
          <a:xfrm>
            <a:off x="3332254"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6" name="Text Placeholder 12">
            <a:extLst>
              <a:ext uri="{FF2B5EF4-FFF2-40B4-BE49-F238E27FC236}">
                <a16:creationId xmlns:a16="http://schemas.microsoft.com/office/drawing/2014/main" id="{D269184D-F47A-49E8-B210-77F7731F2F4E}"/>
              </a:ext>
            </a:extLst>
          </p:cNvPr>
          <p:cNvSpPr>
            <a:spLocks noGrp="1"/>
          </p:cNvSpPr>
          <p:nvPr>
            <p:ph type="body" sz="quarter" idx="20"/>
          </p:nvPr>
        </p:nvSpPr>
        <p:spPr>
          <a:xfrm>
            <a:off x="6329547"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7" name="Text Placeholder 12">
            <a:extLst>
              <a:ext uri="{FF2B5EF4-FFF2-40B4-BE49-F238E27FC236}">
                <a16:creationId xmlns:a16="http://schemas.microsoft.com/office/drawing/2014/main" id="{C28D3070-E24F-92FA-BECF-54920E3270CB}"/>
              </a:ext>
            </a:extLst>
          </p:cNvPr>
          <p:cNvSpPr>
            <a:spLocks noGrp="1"/>
          </p:cNvSpPr>
          <p:nvPr>
            <p:ph type="body" sz="quarter" idx="21"/>
          </p:nvPr>
        </p:nvSpPr>
        <p:spPr>
          <a:xfrm>
            <a:off x="9326839"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2180397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2075" cy="63031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a:lvl1pPr>
            <a:lvl2pPr marL="457200" indent="0">
              <a:buNone/>
              <a:defRPr/>
            </a:lvl2pPr>
            <a:lvl3pPr marL="914400" indent="0">
              <a:buNone/>
              <a:defRPr/>
            </a:lvl3pPr>
            <a:lvl4pPr marL="1371600" indent="0">
              <a:buNone/>
              <a:defRPr/>
            </a:lvl4pPr>
            <a:lvl5pPr marL="1828800" indent="0">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 / content</a:t>
            </a:r>
          </a:p>
          <a:p>
            <a:pPr lvl="0"/>
            <a:endParaRPr lang="en-US" dirty="0"/>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969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7" name="Picture Placeholder 6">
            <a:extLst>
              <a:ext uri="{FF2B5EF4-FFF2-40B4-BE49-F238E27FC236}">
                <a16:creationId xmlns:a16="http://schemas.microsoft.com/office/drawing/2014/main" id="{1C6EB85E-40C0-6EFB-F3ED-95486ED13D72}"/>
              </a:ext>
            </a:extLst>
          </p:cNvPr>
          <p:cNvSpPr>
            <a:spLocks noGrp="1"/>
          </p:cNvSpPr>
          <p:nvPr>
            <p:ph type="pic" sz="quarter" idx="15"/>
          </p:nvPr>
        </p:nvSpPr>
        <p:spPr>
          <a:xfrm>
            <a:off x="1846262" y="2115633"/>
            <a:ext cx="2520000" cy="1620000"/>
          </a:xfrm>
          <a:prstGeom prst="rect">
            <a:avLst/>
          </a:prstGeom>
        </p:spPr>
        <p:txBody>
          <a:bodyPr anchor="t" anchorCtr="0"/>
          <a:lstStyle>
            <a:lvl1pPr marL="0" indent="0" algn="ctr">
              <a:buNone/>
              <a:defRPr sz="1800"/>
            </a:lvl1pPr>
          </a:lstStyle>
          <a:p>
            <a:r>
              <a:rPr lang="en-US"/>
              <a:t>Click icon to add picture</a:t>
            </a:r>
            <a:endParaRPr lang="en-AU" dirty="0"/>
          </a:p>
        </p:txBody>
      </p:sp>
      <p:sp>
        <p:nvSpPr>
          <p:cNvPr id="9" name="Picture Placeholder 6">
            <a:extLst>
              <a:ext uri="{FF2B5EF4-FFF2-40B4-BE49-F238E27FC236}">
                <a16:creationId xmlns:a16="http://schemas.microsoft.com/office/drawing/2014/main" id="{F2E738EA-8ADA-1C92-0988-701FC6C0D42E}"/>
              </a:ext>
            </a:extLst>
          </p:cNvPr>
          <p:cNvSpPr>
            <a:spLocks noGrp="1"/>
          </p:cNvSpPr>
          <p:nvPr>
            <p:ph type="pic" sz="quarter" idx="16"/>
          </p:nvPr>
        </p:nvSpPr>
        <p:spPr>
          <a:xfrm>
            <a:off x="4843554"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0" name="Picture Placeholder 6">
            <a:extLst>
              <a:ext uri="{FF2B5EF4-FFF2-40B4-BE49-F238E27FC236}">
                <a16:creationId xmlns:a16="http://schemas.microsoft.com/office/drawing/2014/main" id="{3D13B612-518D-715B-726B-F761CB0381D3}"/>
              </a:ext>
            </a:extLst>
          </p:cNvPr>
          <p:cNvSpPr>
            <a:spLocks noGrp="1"/>
          </p:cNvSpPr>
          <p:nvPr>
            <p:ph type="pic" sz="quarter" idx="17"/>
          </p:nvPr>
        </p:nvSpPr>
        <p:spPr>
          <a:xfrm>
            <a:off x="7840847" y="2115633"/>
            <a:ext cx="2520000" cy="1620000"/>
          </a:xfrm>
          <a:prstGeom prst="rect">
            <a:avLst/>
          </a:prstGeom>
        </p:spPr>
        <p:txBody>
          <a:bodyPr anchor="t" anchorCtr="0"/>
          <a:lstStyle>
            <a:lvl1pPr marL="0" indent="0" algn="ctr">
              <a:buNone/>
              <a:defRPr sz="1800"/>
            </a:lvl1pPr>
          </a:lstStyle>
          <a:p>
            <a:r>
              <a:rPr lang="en-US"/>
              <a:t>Click icon to add picture</a:t>
            </a:r>
            <a:endParaRPr lang="en-AU"/>
          </a:p>
        </p:txBody>
      </p:sp>
      <p:sp>
        <p:nvSpPr>
          <p:cNvPr id="14" name="Text Placeholder 12">
            <a:extLst>
              <a:ext uri="{FF2B5EF4-FFF2-40B4-BE49-F238E27FC236}">
                <a16:creationId xmlns:a16="http://schemas.microsoft.com/office/drawing/2014/main" id="{47E65A6D-876E-A302-2779-C6A98F12139D}"/>
              </a:ext>
            </a:extLst>
          </p:cNvPr>
          <p:cNvSpPr>
            <a:spLocks noGrp="1"/>
          </p:cNvSpPr>
          <p:nvPr>
            <p:ph type="body" sz="quarter" idx="13"/>
          </p:nvPr>
        </p:nvSpPr>
        <p:spPr>
          <a:xfrm>
            <a:off x="1846262"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5" name="Text Placeholder 12">
            <a:extLst>
              <a:ext uri="{FF2B5EF4-FFF2-40B4-BE49-F238E27FC236}">
                <a16:creationId xmlns:a16="http://schemas.microsoft.com/office/drawing/2014/main" id="{61EC2DA8-1217-9135-467C-9CAD8847E556}"/>
              </a:ext>
            </a:extLst>
          </p:cNvPr>
          <p:cNvSpPr>
            <a:spLocks noGrp="1"/>
          </p:cNvSpPr>
          <p:nvPr>
            <p:ph type="body" sz="quarter" idx="19"/>
          </p:nvPr>
        </p:nvSpPr>
        <p:spPr>
          <a:xfrm>
            <a:off x="4843554"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6" name="Text Placeholder 12">
            <a:extLst>
              <a:ext uri="{FF2B5EF4-FFF2-40B4-BE49-F238E27FC236}">
                <a16:creationId xmlns:a16="http://schemas.microsoft.com/office/drawing/2014/main" id="{D269184D-F47A-49E8-B210-77F7731F2F4E}"/>
              </a:ext>
            </a:extLst>
          </p:cNvPr>
          <p:cNvSpPr>
            <a:spLocks noGrp="1"/>
          </p:cNvSpPr>
          <p:nvPr>
            <p:ph type="body" sz="quarter" idx="20"/>
          </p:nvPr>
        </p:nvSpPr>
        <p:spPr>
          <a:xfrm>
            <a:off x="7840847" y="3916989"/>
            <a:ext cx="2520000" cy="1946322"/>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51989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1"/>
            <a:ext cx="11522075" cy="1144875"/>
          </a:xfrm>
          <a:prstGeom prst="rect">
            <a:avLst/>
          </a:prstGeo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3" name="Text Placeholder 12">
            <a:extLst>
              <a:ext uri="{FF2B5EF4-FFF2-40B4-BE49-F238E27FC236}">
                <a16:creationId xmlns:a16="http://schemas.microsoft.com/office/drawing/2014/main" id="{7533F009-C809-0ACD-1657-07D074289CA1}"/>
              </a:ext>
            </a:extLst>
          </p:cNvPr>
          <p:cNvSpPr>
            <a:spLocks noGrp="1"/>
          </p:cNvSpPr>
          <p:nvPr>
            <p:ph type="body" sz="quarter" idx="13"/>
          </p:nvPr>
        </p:nvSpPr>
        <p:spPr>
          <a:xfrm>
            <a:off x="334962" y="2590799"/>
            <a:ext cx="5400676"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14" name="Text Placeholder 12">
            <a:extLst>
              <a:ext uri="{FF2B5EF4-FFF2-40B4-BE49-F238E27FC236}">
                <a16:creationId xmlns:a16="http://schemas.microsoft.com/office/drawing/2014/main" id="{F6C977A5-6F10-C28A-6D28-783A4438234A}"/>
              </a:ext>
            </a:extLst>
          </p:cNvPr>
          <p:cNvSpPr>
            <a:spLocks noGrp="1"/>
          </p:cNvSpPr>
          <p:nvPr>
            <p:ph type="body" sz="quarter" idx="16"/>
          </p:nvPr>
        </p:nvSpPr>
        <p:spPr>
          <a:xfrm>
            <a:off x="6456363" y="2590799"/>
            <a:ext cx="5400677" cy="3420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41880062"/>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391CA7-3E54-0E1B-33AB-C5741CC57A9E}"/>
              </a:ext>
            </a:extLst>
          </p:cNvPr>
          <p:cNvSpPr>
            <a:spLocks noGrp="1"/>
          </p:cNvSpPr>
          <p:nvPr>
            <p:ph type="ctrTitle" hasCustomPrompt="1"/>
          </p:nvPr>
        </p:nvSpPr>
        <p:spPr>
          <a:xfrm>
            <a:off x="334962" y="368300"/>
            <a:ext cx="1152207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4" name="Text Placeholder 17">
            <a:extLst>
              <a:ext uri="{FF2B5EF4-FFF2-40B4-BE49-F238E27FC236}">
                <a16:creationId xmlns:a16="http://schemas.microsoft.com/office/drawing/2014/main" id="{F40A7649-396A-9342-2A34-463B597E2AB1}"/>
              </a:ext>
            </a:extLst>
          </p:cNvPr>
          <p:cNvSpPr>
            <a:spLocks noGrp="1"/>
          </p:cNvSpPr>
          <p:nvPr>
            <p:ph type="body" sz="quarter" idx="11" hasCustomPrompt="1"/>
          </p:nvPr>
        </p:nvSpPr>
        <p:spPr>
          <a:xfrm>
            <a:off x="334962" y="1287172"/>
            <a:ext cx="11520000" cy="630316"/>
          </a:xfrm>
          <a:prstGeom prst="rect">
            <a:avLst/>
          </a:prstGeom>
        </p:spPr>
        <p:txBody>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5" name="Straight Connector 4">
            <a:extLst>
              <a:ext uri="{FF2B5EF4-FFF2-40B4-BE49-F238E27FC236}">
                <a16:creationId xmlns:a16="http://schemas.microsoft.com/office/drawing/2014/main" id="{5BFDB2F4-41A1-2F71-1D8F-3163986A8EF7}"/>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20" name="Text Placeholder 12">
            <a:extLst>
              <a:ext uri="{FF2B5EF4-FFF2-40B4-BE49-F238E27FC236}">
                <a16:creationId xmlns:a16="http://schemas.microsoft.com/office/drawing/2014/main" id="{757EC5FF-8CE3-06D7-0EBA-A983843E99FB}"/>
              </a:ext>
            </a:extLst>
          </p:cNvPr>
          <p:cNvSpPr>
            <a:spLocks noGrp="1"/>
          </p:cNvSpPr>
          <p:nvPr>
            <p:ph type="body" sz="quarter" idx="13"/>
          </p:nvPr>
        </p:nvSpPr>
        <p:spPr>
          <a:xfrm>
            <a:off x="334962" y="2115635"/>
            <a:ext cx="11520000"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19690280"/>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48F921-DFF1-0752-D605-ABCFC6BBC4A7}"/>
              </a:ext>
            </a:extLst>
          </p:cNvPr>
          <p:cNvSpPr/>
          <p:nvPr userDrawn="1"/>
        </p:nvSpPr>
        <p:spPr>
          <a:xfrm>
            <a:off x="5003800" y="0"/>
            <a:ext cx="71882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9" name="Chart Placeholder 8">
            <a:extLst>
              <a:ext uri="{FF2B5EF4-FFF2-40B4-BE49-F238E27FC236}">
                <a16:creationId xmlns:a16="http://schemas.microsoft.com/office/drawing/2014/main" id="{14B42051-F526-3177-5893-B9BA28DBEEB9}"/>
              </a:ext>
            </a:extLst>
          </p:cNvPr>
          <p:cNvSpPr>
            <a:spLocks noGrp="1"/>
          </p:cNvSpPr>
          <p:nvPr>
            <p:ph type="chart" sz="quarter" idx="15"/>
          </p:nvPr>
        </p:nvSpPr>
        <p:spPr>
          <a:xfrm>
            <a:off x="5375274" y="1089025"/>
            <a:ext cx="6481763" cy="4673600"/>
          </a:xfrm>
          <a:prstGeom prst="rect">
            <a:avLst/>
          </a:prstGeom>
        </p:spPr>
        <p:txBody>
          <a:bodyPr/>
          <a:lstStyle>
            <a:lvl1pPr marL="0" indent="0">
              <a:buNone/>
              <a:defRPr sz="1800"/>
            </a:lvl1pPr>
          </a:lstStyle>
          <a:p>
            <a:r>
              <a:rPr lang="en-US"/>
              <a:t>Click icon to add chart</a:t>
            </a:r>
            <a:endParaRPr lang="en-AU" dirty="0"/>
          </a:p>
        </p:txBody>
      </p:sp>
      <p:sp>
        <p:nvSpPr>
          <p:cNvPr id="10" name="Title 1">
            <a:extLst>
              <a:ext uri="{FF2B5EF4-FFF2-40B4-BE49-F238E27FC236}">
                <a16:creationId xmlns:a16="http://schemas.microsoft.com/office/drawing/2014/main" id="{440339C2-F5C4-506D-AE91-587717328135}"/>
              </a:ext>
            </a:extLst>
          </p:cNvPr>
          <p:cNvSpPr>
            <a:spLocks noGrp="1"/>
          </p:cNvSpPr>
          <p:nvPr>
            <p:ph type="ctrTitle" hasCustomPrompt="1"/>
          </p:nvPr>
        </p:nvSpPr>
        <p:spPr>
          <a:xfrm>
            <a:off x="334962" y="368300"/>
            <a:ext cx="4334656"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12" name="Text Placeholder 17">
            <a:extLst>
              <a:ext uri="{FF2B5EF4-FFF2-40B4-BE49-F238E27FC236}">
                <a16:creationId xmlns:a16="http://schemas.microsoft.com/office/drawing/2014/main" id="{C8445073-2BF9-003D-3220-31F7641CB686}"/>
              </a:ext>
            </a:extLst>
          </p:cNvPr>
          <p:cNvSpPr>
            <a:spLocks noGrp="1"/>
          </p:cNvSpPr>
          <p:nvPr>
            <p:ph type="body" sz="quarter" idx="11" hasCustomPrompt="1"/>
          </p:nvPr>
        </p:nvSpPr>
        <p:spPr>
          <a:xfrm>
            <a:off x="334961" y="1287172"/>
            <a:ext cx="4333875" cy="630316"/>
          </a:xfrm>
          <a:prstGeom prst="rect">
            <a:avLst/>
          </a:prstGeom>
        </p:spPr>
        <p:txBody>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13" name="Straight Connector 12">
            <a:extLst>
              <a:ext uri="{FF2B5EF4-FFF2-40B4-BE49-F238E27FC236}">
                <a16:creationId xmlns:a16="http://schemas.microsoft.com/office/drawing/2014/main" id="{223AD533-F004-9187-2B3B-E58AADCDBECC}"/>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14" name="Text Placeholder 12">
            <a:extLst>
              <a:ext uri="{FF2B5EF4-FFF2-40B4-BE49-F238E27FC236}">
                <a16:creationId xmlns:a16="http://schemas.microsoft.com/office/drawing/2014/main" id="{91E08596-745C-2932-2B57-E6A3A74705AE}"/>
              </a:ext>
            </a:extLst>
          </p:cNvPr>
          <p:cNvSpPr>
            <a:spLocks noGrp="1"/>
          </p:cNvSpPr>
          <p:nvPr>
            <p:ph type="body" sz="quarter" idx="13"/>
          </p:nvPr>
        </p:nvSpPr>
        <p:spPr>
          <a:xfrm>
            <a:off x="334961" y="2115635"/>
            <a:ext cx="4333875"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4291046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948F921-DFF1-0752-D605-ABCFC6BBC4A7}"/>
              </a:ext>
            </a:extLst>
          </p:cNvPr>
          <p:cNvSpPr/>
          <p:nvPr userDrawn="1"/>
        </p:nvSpPr>
        <p:spPr>
          <a:xfrm>
            <a:off x="6816724" y="0"/>
            <a:ext cx="537527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
        <p:nvSpPr>
          <p:cNvPr id="9" name="Chart Placeholder 8">
            <a:extLst>
              <a:ext uri="{FF2B5EF4-FFF2-40B4-BE49-F238E27FC236}">
                <a16:creationId xmlns:a16="http://schemas.microsoft.com/office/drawing/2014/main" id="{14B42051-F526-3177-5893-B9BA28DBEEB9}"/>
              </a:ext>
            </a:extLst>
          </p:cNvPr>
          <p:cNvSpPr>
            <a:spLocks noGrp="1"/>
          </p:cNvSpPr>
          <p:nvPr>
            <p:ph type="chart" sz="quarter" idx="15"/>
          </p:nvPr>
        </p:nvSpPr>
        <p:spPr>
          <a:xfrm>
            <a:off x="7168570" y="1089025"/>
            <a:ext cx="4680000" cy="4680000"/>
          </a:xfrm>
          <a:prstGeom prst="rect">
            <a:avLst/>
          </a:prstGeom>
        </p:spPr>
        <p:txBody>
          <a:bodyPr/>
          <a:lstStyle>
            <a:lvl1pPr marL="0" indent="0">
              <a:buNone/>
              <a:defRPr sz="1800"/>
            </a:lvl1pPr>
          </a:lstStyle>
          <a:p>
            <a:r>
              <a:rPr lang="en-US"/>
              <a:t>Click icon to add chart</a:t>
            </a:r>
            <a:endParaRPr lang="en-AU" dirty="0"/>
          </a:p>
        </p:txBody>
      </p:sp>
      <p:sp>
        <p:nvSpPr>
          <p:cNvPr id="10" name="Title 1">
            <a:extLst>
              <a:ext uri="{FF2B5EF4-FFF2-40B4-BE49-F238E27FC236}">
                <a16:creationId xmlns:a16="http://schemas.microsoft.com/office/drawing/2014/main" id="{440339C2-F5C4-506D-AE91-587717328135}"/>
              </a:ext>
            </a:extLst>
          </p:cNvPr>
          <p:cNvSpPr>
            <a:spLocks noGrp="1"/>
          </p:cNvSpPr>
          <p:nvPr>
            <p:ph type="ctrTitle" hasCustomPrompt="1"/>
          </p:nvPr>
        </p:nvSpPr>
        <p:spPr>
          <a:xfrm>
            <a:off x="334961" y="368300"/>
            <a:ext cx="6122505" cy="720725"/>
          </a:xfrm>
          <a:prstGeom prst="rect">
            <a:avLst/>
          </a:prstGeom>
        </p:spPr>
        <p:txBody>
          <a:bodyPr bIns="46800" anchor="b" anchorCtr="0">
            <a:normAutofit/>
          </a:bodyPr>
          <a:lstStyle>
            <a:lvl1pPr algn="l">
              <a:defRPr sz="2800" b="0" u="none" baseline="0">
                <a:ln>
                  <a:noFill/>
                </a:ln>
                <a:uFillTx/>
              </a:defRPr>
            </a:lvl1pPr>
          </a:lstStyle>
          <a:p>
            <a:r>
              <a:rPr lang="en-GB" dirty="0"/>
              <a:t>Click to add heading</a:t>
            </a:r>
            <a:endParaRPr lang="en-AU" dirty="0"/>
          </a:p>
        </p:txBody>
      </p:sp>
      <p:sp>
        <p:nvSpPr>
          <p:cNvPr id="12" name="Text Placeholder 17">
            <a:extLst>
              <a:ext uri="{FF2B5EF4-FFF2-40B4-BE49-F238E27FC236}">
                <a16:creationId xmlns:a16="http://schemas.microsoft.com/office/drawing/2014/main" id="{C8445073-2BF9-003D-3220-31F7641CB686}"/>
              </a:ext>
            </a:extLst>
          </p:cNvPr>
          <p:cNvSpPr>
            <a:spLocks noGrp="1"/>
          </p:cNvSpPr>
          <p:nvPr>
            <p:ph type="body" sz="quarter" idx="11" hasCustomPrompt="1"/>
          </p:nvPr>
        </p:nvSpPr>
        <p:spPr>
          <a:xfrm>
            <a:off x="334961" y="1287172"/>
            <a:ext cx="6121402" cy="630316"/>
          </a:xfrm>
          <a:prstGeom prst="rect">
            <a:avLst/>
          </a:prstGeom>
        </p:spPr>
        <p:txBody>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cxnSp>
        <p:nvCxnSpPr>
          <p:cNvPr id="13" name="Straight Connector 12">
            <a:extLst>
              <a:ext uri="{FF2B5EF4-FFF2-40B4-BE49-F238E27FC236}">
                <a16:creationId xmlns:a16="http://schemas.microsoft.com/office/drawing/2014/main" id="{223AD533-F004-9187-2B3B-E58AADCDBECC}"/>
              </a:ext>
            </a:extLst>
          </p:cNvPr>
          <p:cNvCxnSpPr>
            <a:cxnSpLocks/>
          </p:cNvCxnSpPr>
          <p:nvPr userDrawn="1"/>
        </p:nvCxnSpPr>
        <p:spPr>
          <a:xfrm>
            <a:off x="525463" y="1184275"/>
            <a:ext cx="10800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14" name="Text Placeholder 12">
            <a:extLst>
              <a:ext uri="{FF2B5EF4-FFF2-40B4-BE49-F238E27FC236}">
                <a16:creationId xmlns:a16="http://schemas.microsoft.com/office/drawing/2014/main" id="{91E08596-745C-2932-2B57-E6A3A74705AE}"/>
              </a:ext>
            </a:extLst>
          </p:cNvPr>
          <p:cNvSpPr>
            <a:spLocks noGrp="1"/>
          </p:cNvSpPr>
          <p:nvPr>
            <p:ph type="body" sz="quarter" idx="13"/>
          </p:nvPr>
        </p:nvSpPr>
        <p:spPr>
          <a:xfrm>
            <a:off x="334961" y="2115635"/>
            <a:ext cx="6121402" cy="3708000"/>
          </a:xfrm>
          <a:prstGeom prst="rect">
            <a:avLst/>
          </a:prstGeom>
        </p:spPr>
        <p:txBody>
          <a:bodyPr/>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45037777"/>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Slide">
    <p:bg>
      <p:bgPr>
        <a:solidFill>
          <a:schemeClr val="bg1"/>
        </a:solidFill>
        <a:effectLst/>
      </p:bgPr>
    </p:bg>
    <p:spTree>
      <p:nvGrpSpPr>
        <p:cNvPr id="1" name=""/>
        <p:cNvGrpSpPr/>
        <p:nvPr/>
      </p:nvGrpSpPr>
      <p:grpSpPr>
        <a:xfrm>
          <a:off x="0" y="0"/>
          <a:ext cx="0" cy="0"/>
          <a:chOff x="0" y="0"/>
          <a:chExt cx="0" cy="0"/>
        </a:xfrm>
      </p:grpSpPr>
      <p:sp>
        <p:nvSpPr>
          <p:cNvPr id="14" name="Text Placeholder 12">
            <a:extLst>
              <a:ext uri="{FF2B5EF4-FFF2-40B4-BE49-F238E27FC236}">
                <a16:creationId xmlns:a16="http://schemas.microsoft.com/office/drawing/2014/main" id="{91E08596-745C-2932-2B57-E6A3A74705AE}"/>
              </a:ext>
            </a:extLst>
          </p:cNvPr>
          <p:cNvSpPr>
            <a:spLocks noGrp="1"/>
          </p:cNvSpPr>
          <p:nvPr>
            <p:ph type="body" sz="quarter" idx="13"/>
          </p:nvPr>
        </p:nvSpPr>
        <p:spPr>
          <a:xfrm>
            <a:off x="334960" y="367000"/>
            <a:ext cx="11522077" cy="6122700"/>
          </a:xfrm>
          <a:prstGeom prst="rect">
            <a:avLst/>
          </a:prstGeom>
          <a:solidFill>
            <a:schemeClr val="tx2"/>
          </a:solidFill>
        </p:spPr>
        <p:txBody>
          <a:bodyPr anchor="ctr" anchorCtr="0"/>
          <a:lstStyle>
            <a:lvl1pPr marL="0" indent="0" algn="ctr">
              <a:buFont typeface="Arial" panose="020B0604020202020204" pitchFamily="34" charset="0"/>
              <a:buNone/>
              <a:defRPr sz="24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lgn="ctr"/>
            <a:r>
              <a:rPr lang="en-US" sz="1800"/>
              <a:t>Click to edit Master text styles</a:t>
            </a:r>
          </a:p>
        </p:txBody>
      </p:sp>
    </p:spTree>
    <p:extLst>
      <p:ext uri="{BB962C8B-B14F-4D97-AF65-F5344CB8AC3E}">
        <p14:creationId xmlns:p14="http://schemas.microsoft.com/office/powerpoint/2010/main" val="263827081"/>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6CFD03-B21F-03D1-3648-0D58E1037C0A}"/>
              </a:ext>
            </a:extLst>
          </p:cNvPr>
          <p:cNvSpPr/>
          <p:nvPr userDrawn="1"/>
        </p:nvSpPr>
        <p:spPr>
          <a:xfrm>
            <a:off x="334963" y="368300"/>
            <a:ext cx="11522075"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 name="Straight Connector 2">
            <a:extLst>
              <a:ext uri="{FF2B5EF4-FFF2-40B4-BE49-F238E27FC236}">
                <a16:creationId xmlns:a16="http://schemas.microsoft.com/office/drawing/2014/main" id="{AA159DE3-9EC5-FED6-D65B-972E898C3B3C}"/>
              </a:ext>
            </a:extLst>
          </p:cNvPr>
          <p:cNvCxnSpPr/>
          <p:nvPr userDrawn="1"/>
        </p:nvCxnSpPr>
        <p:spPr>
          <a:xfrm>
            <a:off x="5359400" y="2692400"/>
            <a:ext cx="14732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C875B5-7F50-0B25-3A04-34450E1E4F26}"/>
              </a:ext>
            </a:extLst>
          </p:cNvPr>
          <p:cNvCxnSpPr/>
          <p:nvPr userDrawn="1"/>
        </p:nvCxnSpPr>
        <p:spPr>
          <a:xfrm>
            <a:off x="5359400" y="4149725"/>
            <a:ext cx="1473200" cy="0"/>
          </a:xfrm>
          <a:prstGeom prst="line">
            <a:avLst/>
          </a:prstGeom>
          <a:ln w="38100">
            <a:solidFill>
              <a:schemeClr val="bg2"/>
            </a:solidFill>
          </a:ln>
        </p:spPr>
        <p:style>
          <a:lnRef idx="2">
            <a:schemeClr val="accent1"/>
          </a:lnRef>
          <a:fillRef idx="0">
            <a:schemeClr val="accent1"/>
          </a:fillRef>
          <a:effectRef idx="1">
            <a:schemeClr val="accent1"/>
          </a:effectRef>
          <a:fontRef idx="minor">
            <a:schemeClr val="tx1"/>
          </a:fontRef>
        </p:style>
      </p:cxnSp>
      <p:sp>
        <p:nvSpPr>
          <p:cNvPr id="10" name="Text Placeholder 9">
            <a:extLst>
              <a:ext uri="{FF2B5EF4-FFF2-40B4-BE49-F238E27FC236}">
                <a16:creationId xmlns:a16="http://schemas.microsoft.com/office/drawing/2014/main" id="{99CB5ACB-4CC3-1351-7C73-212F2285547B}"/>
              </a:ext>
            </a:extLst>
          </p:cNvPr>
          <p:cNvSpPr>
            <a:spLocks noGrp="1"/>
          </p:cNvSpPr>
          <p:nvPr>
            <p:ph type="body" sz="quarter" idx="10" hasCustomPrompt="1"/>
          </p:nvPr>
        </p:nvSpPr>
        <p:spPr>
          <a:xfrm>
            <a:off x="4514850" y="3086101"/>
            <a:ext cx="3162300" cy="685798"/>
          </a:xfrm>
          <a:prstGeom prst="rect">
            <a:avLst/>
          </a:prstGeom>
        </p:spPr>
        <p:txBody>
          <a:bodyPr anchor="ctr" anchorCtr="0"/>
          <a:lstStyle>
            <a:lvl1pPr marL="0" indent="0" algn="ctr">
              <a:buNone/>
              <a:defRPr/>
            </a:lvl1pPr>
            <a:lvl2pPr marL="457200" indent="0">
              <a:buNone/>
              <a:defRPr/>
            </a:lvl2pPr>
            <a:lvl3pPr marL="914400" indent="0">
              <a:buNone/>
              <a:defRPr/>
            </a:lvl3pPr>
            <a:lvl4pPr marL="1371600" indent="0">
              <a:buNone/>
              <a:defRPr/>
            </a:lvl4pPr>
            <a:lvl5pPr marL="1828800" indent="0">
              <a:buNone/>
              <a:defRPr/>
            </a:lvl5pPr>
          </a:lstStyle>
          <a:p>
            <a:pPr lvl="0"/>
            <a:r>
              <a:rPr lang="en-AU" dirty="0"/>
              <a:t>Questions?</a:t>
            </a:r>
          </a:p>
        </p:txBody>
      </p:sp>
    </p:spTree>
    <p:extLst>
      <p:ext uri="{BB962C8B-B14F-4D97-AF65-F5344CB8AC3E}">
        <p14:creationId xmlns:p14="http://schemas.microsoft.com/office/powerpoint/2010/main" val="3004421122"/>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guide id="19" orient="horz" pos="2614" userDrawn="1">
          <p15:clr>
            <a:srgbClr val="F26B43"/>
          </p15:clr>
        </p15:guide>
        <p15:guide id="20" orient="horz" pos="1706" userDrawn="1">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Slid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86CFD03-B21F-03D1-3648-0D58E1037C0A}"/>
              </a:ext>
            </a:extLst>
          </p:cNvPr>
          <p:cNvSpPr/>
          <p:nvPr userDrawn="1"/>
        </p:nvSpPr>
        <p:spPr>
          <a:xfrm>
            <a:off x="334963" y="368300"/>
            <a:ext cx="11522075" cy="6121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Graphic 1">
            <a:extLst>
              <a:ext uri="{FF2B5EF4-FFF2-40B4-BE49-F238E27FC236}">
                <a16:creationId xmlns:a16="http://schemas.microsoft.com/office/drawing/2014/main" id="{C2200F7B-A977-73F7-D786-BF808AC6E6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438837" y="1079292"/>
            <a:ext cx="1325547" cy="4766872"/>
          </a:xfrm>
          <a:prstGeom prst="rect">
            <a:avLst/>
          </a:prstGeom>
        </p:spPr>
      </p:pic>
      <p:sp>
        <p:nvSpPr>
          <p:cNvPr id="4" name="Text Placeholder 17">
            <a:extLst>
              <a:ext uri="{FF2B5EF4-FFF2-40B4-BE49-F238E27FC236}">
                <a16:creationId xmlns:a16="http://schemas.microsoft.com/office/drawing/2014/main" id="{4ACFA2F9-913C-4826-6112-5AA73B116A6C}"/>
              </a:ext>
            </a:extLst>
          </p:cNvPr>
          <p:cNvSpPr>
            <a:spLocks noGrp="1"/>
          </p:cNvSpPr>
          <p:nvPr>
            <p:ph type="body" sz="quarter" idx="11" hasCustomPrompt="1"/>
          </p:nvPr>
        </p:nvSpPr>
        <p:spPr>
          <a:xfrm>
            <a:off x="855662" y="1287172"/>
            <a:ext cx="4630738" cy="3708000"/>
          </a:xfrm>
          <a:prstGeom prst="rect">
            <a:avLst/>
          </a:prstGeom>
        </p:spPr>
        <p:txBody>
          <a:bodyPr anchor="ctr" anchorCtr="0"/>
          <a:lstStyle>
            <a:lvl1pPr marL="0" indent="0" algn="ctr">
              <a:buNone/>
              <a:defRPr sz="22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subtitle / content</a:t>
            </a:r>
          </a:p>
        </p:txBody>
      </p:sp>
      <p:sp>
        <p:nvSpPr>
          <p:cNvPr id="5" name="Text Placeholder 12">
            <a:extLst>
              <a:ext uri="{FF2B5EF4-FFF2-40B4-BE49-F238E27FC236}">
                <a16:creationId xmlns:a16="http://schemas.microsoft.com/office/drawing/2014/main" id="{14E75AA8-6BA9-290C-73C1-978FD40D8D02}"/>
              </a:ext>
            </a:extLst>
          </p:cNvPr>
          <p:cNvSpPr>
            <a:spLocks noGrp="1"/>
          </p:cNvSpPr>
          <p:nvPr>
            <p:ph type="body" sz="quarter" idx="13"/>
          </p:nvPr>
        </p:nvSpPr>
        <p:spPr>
          <a:xfrm>
            <a:off x="6865937" y="1287172"/>
            <a:ext cx="4630738" cy="3708000"/>
          </a:xfrm>
          <a:prstGeom prst="rect">
            <a:avLst/>
          </a:prstGeom>
        </p:spPr>
        <p:txBody>
          <a:bodyPr anchor="ctr" anchorCtr="0"/>
          <a:lstStyle>
            <a:lvl1pPr marL="360000" indent="-360000">
              <a:buFont typeface="Arial" panose="020B0604020202020204" pitchFamily="34" charset="0"/>
              <a:buChar char="•"/>
              <a:defRPr sz="1800"/>
            </a:lvl1pPr>
            <a:lvl2pPr marL="720000" indent="-360000">
              <a:spcBef>
                <a:spcPts val="1000"/>
              </a:spcBef>
              <a:buFont typeface="Aptos" panose="020B0004020202020204" pitchFamily="34" charset="0"/>
              <a:buChar char="-"/>
              <a:defRPr sz="1800"/>
            </a:lvl2pPr>
            <a:lvl3pPr marL="1080000" indent="-360000">
              <a:spcBef>
                <a:spcPts val="1000"/>
              </a:spcBef>
              <a:buFont typeface="Wingdings" panose="05000000000000000000" pitchFamily="2" charset="2"/>
              <a:buChar char="§"/>
              <a:defRPr sz="1800"/>
            </a:lvl3pPr>
            <a:lvl4pPr marL="1543050" indent="-171450">
              <a:buFont typeface="Arial" panose="020B0604020202020204" pitchFamily="34" charset="0"/>
              <a:buChar char="•"/>
              <a:defRPr sz="1200"/>
            </a:lvl4pPr>
            <a:lvl5pPr marL="2000250" indent="-171450">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51218902"/>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guide id="19" orient="horz" pos="2614">
          <p15:clr>
            <a:srgbClr val="F26B43"/>
          </p15:clr>
        </p15:guide>
        <p15:guide id="20" orient="horz" pos="1706">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94926-5A1C-0229-A04C-EDE9D7617CA8}"/>
              </a:ext>
            </a:extLst>
          </p:cNvPr>
          <p:cNvSpPr/>
          <p:nvPr userDrawn="1"/>
        </p:nvSpPr>
        <p:spPr>
          <a:xfrm>
            <a:off x="-9204" y="3289300"/>
            <a:ext cx="108000" cy="3201700"/>
          </a:xfrm>
          <a:prstGeom prst="rect">
            <a:avLst/>
          </a:prstGeom>
          <a:solidFill>
            <a:srgbClr val="D54D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descr="A black and grey logo&#10;&#10;AI-generated content may be incorrect.">
            <a:extLst>
              <a:ext uri="{FF2B5EF4-FFF2-40B4-BE49-F238E27FC236}">
                <a16:creationId xmlns:a16="http://schemas.microsoft.com/office/drawing/2014/main" id="{D1DCC2C9-CA8B-3D3D-BA79-9E168704B2F3}"/>
              </a:ext>
            </a:extLst>
          </p:cNvPr>
          <p:cNvPicPr>
            <a:picLocks noChangeAspect="1"/>
          </p:cNvPicPr>
          <p:nvPr userDrawn="1"/>
        </p:nvPicPr>
        <p:blipFill>
          <a:blip r:embed="rId2">
            <a:extLst>
              <a:ext uri="{28A0092B-C50C-407E-A947-70E740481C1C}">
                <a14:useLocalDpi xmlns:a14="http://schemas.microsoft.com/office/drawing/2010/main" val="0"/>
              </a:ext>
            </a:extLst>
          </a:blip>
          <a:srcRect r="66901"/>
          <a:stretch>
            <a:fillRect/>
          </a:stretch>
        </p:blipFill>
        <p:spPr>
          <a:xfrm>
            <a:off x="11221939" y="6139669"/>
            <a:ext cx="635099" cy="351331"/>
          </a:xfrm>
          <a:prstGeom prst="rect">
            <a:avLst/>
          </a:prstGeom>
        </p:spPr>
      </p:pic>
      <p:sp>
        <p:nvSpPr>
          <p:cNvPr id="11" name="Text Placeholder 10">
            <a:extLst>
              <a:ext uri="{FF2B5EF4-FFF2-40B4-BE49-F238E27FC236}">
                <a16:creationId xmlns:a16="http://schemas.microsoft.com/office/drawing/2014/main" id="{511E5F57-FD8E-A644-989D-4348BDFE1489}"/>
              </a:ext>
            </a:extLst>
          </p:cNvPr>
          <p:cNvSpPr>
            <a:spLocks noGrp="1"/>
          </p:cNvSpPr>
          <p:nvPr>
            <p:ph type="body" sz="quarter" idx="12" hasCustomPrompt="1"/>
          </p:nvPr>
        </p:nvSpPr>
        <p:spPr>
          <a:xfrm>
            <a:off x="6096000" y="6129338"/>
            <a:ext cx="4395889" cy="360362"/>
          </a:xfrm>
          <a:prstGeom prst="rect">
            <a:avLst/>
          </a:prstGeom>
        </p:spPr>
        <p:txBody>
          <a:bodyPr anchor="ctr" anchorCtr="0"/>
          <a:lstStyle>
            <a:lvl1pPr marL="0" indent="0" algn="r">
              <a:buNone/>
              <a:defRPr sz="1050"/>
            </a:lvl1pPr>
            <a:lvl2pPr marL="457200" indent="0">
              <a:buNone/>
              <a:defRPr sz="1000"/>
            </a:lvl2pPr>
            <a:lvl3pPr marL="914400" indent="0">
              <a:buNone/>
              <a:defRPr sz="900"/>
            </a:lvl3pPr>
            <a:lvl4pPr marL="1371600" indent="0">
              <a:buNone/>
              <a:defRPr sz="800"/>
            </a:lvl4pPr>
            <a:lvl5pPr marL="1828800" indent="0">
              <a:buNone/>
              <a:defRPr sz="800"/>
            </a:lvl5pPr>
          </a:lstStyle>
          <a:p>
            <a:pPr lvl="0"/>
            <a:r>
              <a:rPr lang="en-US" dirty="0"/>
              <a:t>Click to edit footer</a:t>
            </a:r>
            <a:endParaRPr lang="en-AU" dirty="0"/>
          </a:p>
        </p:txBody>
      </p:sp>
      <p:sp>
        <p:nvSpPr>
          <p:cNvPr id="18" name="Text Placeholder 17">
            <a:extLst>
              <a:ext uri="{FF2B5EF4-FFF2-40B4-BE49-F238E27FC236}">
                <a16:creationId xmlns:a16="http://schemas.microsoft.com/office/drawing/2014/main" id="{FC599FC3-749C-96F4-385B-445C8F56695E}"/>
              </a:ext>
            </a:extLst>
          </p:cNvPr>
          <p:cNvSpPr>
            <a:spLocks noGrp="1"/>
          </p:cNvSpPr>
          <p:nvPr>
            <p:ph type="body" sz="quarter" idx="14" hasCustomPrompt="1"/>
          </p:nvPr>
        </p:nvSpPr>
        <p:spPr>
          <a:xfrm>
            <a:off x="10586839" y="6129339"/>
            <a:ext cx="549474" cy="360362"/>
          </a:xfrm>
          <a:prstGeom prst="rect">
            <a:avLst/>
          </a:prstGeom>
        </p:spPr>
        <p:txBody>
          <a:bodyPr anchor="ctr" anchorCtr="0"/>
          <a:lstStyle>
            <a:lvl1pPr marL="0" indent="0" algn="r">
              <a:buNone/>
              <a:defRPr sz="1200">
                <a:solidFill>
                  <a:schemeClr val="tx1"/>
                </a:solidFill>
              </a:defRPr>
            </a:lvl1pPr>
          </a:lstStyle>
          <a:p>
            <a:pPr lvl="0"/>
            <a:fld id="{A39D1D30-D80B-4126-A648-A7F3F4D8AFE9}" type="slidenum">
              <a:rPr lang="en-AU" smtClean="0"/>
              <a:t>‹#›</a:t>
            </a:fld>
            <a:endParaRPr lang="en-AU" dirty="0"/>
          </a:p>
        </p:txBody>
      </p:sp>
    </p:spTree>
    <p:extLst>
      <p:ext uri="{BB962C8B-B14F-4D97-AF65-F5344CB8AC3E}">
        <p14:creationId xmlns:p14="http://schemas.microsoft.com/office/powerpoint/2010/main" val="2023279215"/>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1F8EFE-3FCF-65B1-0310-4D0828F9665B}"/>
              </a:ext>
            </a:extLst>
          </p:cNvPr>
          <p:cNvSpPr>
            <a:spLocks noChangeAspect="1"/>
          </p:cNvSpPr>
          <p:nvPr userDrawn="1"/>
        </p:nvSpPr>
        <p:spPr>
          <a:xfrm>
            <a:off x="337038" y="368300"/>
            <a:ext cx="11520000" cy="61214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000"/>
          </a:p>
        </p:txBody>
      </p:sp>
      <p:pic>
        <p:nvPicPr>
          <p:cNvPr id="4" name="Picture 3" descr="A close up of a logo&#10;&#10;AI-generated content may be incorrect.">
            <a:extLst>
              <a:ext uri="{FF2B5EF4-FFF2-40B4-BE49-F238E27FC236}">
                <a16:creationId xmlns:a16="http://schemas.microsoft.com/office/drawing/2014/main" id="{D161A7D6-1792-6237-0DCC-199081156C07}"/>
              </a:ext>
            </a:extLst>
          </p:cNvPr>
          <p:cNvPicPr>
            <a:picLocks noChangeAspect="1"/>
          </p:cNvPicPr>
          <p:nvPr userDrawn="1"/>
        </p:nvPicPr>
        <p:blipFill>
          <a:blip r:embed="rId2"/>
          <a:stretch>
            <a:fillRect/>
          </a:stretch>
        </p:blipFill>
        <p:spPr>
          <a:xfrm>
            <a:off x="4784662" y="5309401"/>
            <a:ext cx="2478321" cy="453777"/>
          </a:xfrm>
          <a:prstGeom prst="rect">
            <a:avLst/>
          </a:prstGeom>
        </p:spPr>
      </p:pic>
      <p:sp>
        <p:nvSpPr>
          <p:cNvPr id="5" name="Text Placeholder 4">
            <a:extLst>
              <a:ext uri="{FF2B5EF4-FFF2-40B4-BE49-F238E27FC236}">
                <a16:creationId xmlns:a16="http://schemas.microsoft.com/office/drawing/2014/main" id="{9236DDB6-BC73-A5DE-9C62-7CAF4FBFC646}"/>
              </a:ext>
            </a:extLst>
          </p:cNvPr>
          <p:cNvSpPr>
            <a:spLocks noGrp="1"/>
          </p:cNvSpPr>
          <p:nvPr>
            <p:ph type="body" sz="quarter" idx="10" hasCustomPrompt="1"/>
          </p:nvPr>
        </p:nvSpPr>
        <p:spPr>
          <a:xfrm>
            <a:off x="1055688" y="5940731"/>
            <a:ext cx="10080625" cy="398157"/>
          </a:xfrm>
          <a:prstGeom prst="rect">
            <a:avLst/>
          </a:prstGeom>
        </p:spPr>
        <p:txBody>
          <a:bodyPr/>
          <a:lstStyle>
            <a:lvl1pPr marL="0" indent="0" algn="ctr">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GB" dirty="0"/>
              <a:t>For further information: First name Last name    T: +61 2 XXXX </a:t>
            </a:r>
            <a:r>
              <a:rPr lang="en-GB" dirty="0" err="1"/>
              <a:t>XXXX</a:t>
            </a:r>
            <a:r>
              <a:rPr lang="en-GB" dirty="0"/>
              <a:t>    M: +61 XXX </a:t>
            </a:r>
            <a:r>
              <a:rPr lang="en-GB" dirty="0" err="1"/>
              <a:t>XXX</a:t>
            </a:r>
            <a:r>
              <a:rPr lang="en-GB" dirty="0"/>
              <a:t> </a:t>
            </a:r>
            <a:r>
              <a:rPr lang="en-GB" dirty="0" err="1"/>
              <a:t>XXX</a:t>
            </a:r>
            <a:r>
              <a:rPr lang="en-GB" dirty="0"/>
              <a:t>   E: firstname.lastname@audit.nsw.gov.au</a:t>
            </a:r>
          </a:p>
        </p:txBody>
      </p:sp>
    </p:spTree>
    <p:extLst>
      <p:ext uri="{BB962C8B-B14F-4D97-AF65-F5344CB8AC3E}">
        <p14:creationId xmlns:p14="http://schemas.microsoft.com/office/powerpoint/2010/main" val="1325588653"/>
      </p:ext>
    </p:extLst>
  </p:cSld>
  <p:clrMapOvr>
    <a:masterClrMapping/>
  </p:clrMapOvr>
  <p:hf hdr="0" ftr="0" dt="0"/>
  <p:extLst>
    <p:ext uri="{DCECCB84-F9BA-43D5-87BE-67443E8EF086}">
      <p15:sldGuideLst xmlns:p15="http://schemas.microsoft.com/office/powerpoint/2012/main">
        <p15:guide id="1" pos="3613">
          <p15:clr>
            <a:srgbClr val="FBAE40"/>
          </p15:clr>
        </p15:guide>
        <p15:guide id="2" pos="3386">
          <p15:clr>
            <a:srgbClr val="FBAE40"/>
          </p15:clr>
        </p15:guide>
        <p15:guide id="3" pos="4067">
          <p15:clr>
            <a:srgbClr val="FBAE40"/>
          </p15:clr>
        </p15:guide>
        <p15:guide id="4" pos="4294">
          <p15:clr>
            <a:srgbClr val="FBAE40"/>
          </p15:clr>
        </p15:guide>
        <p15:guide id="5" orient="horz" pos="2160">
          <p15:clr>
            <a:srgbClr val="F26B43"/>
          </p15:clr>
        </p15:guide>
        <p15:guide id="6" orient="horz" pos="232">
          <p15:clr>
            <a:srgbClr val="FBAE40"/>
          </p15:clr>
        </p15:guide>
        <p15:guide id="8" orient="horz" pos="459">
          <p15:clr>
            <a:srgbClr val="FBAE40"/>
          </p15:clr>
        </p15:guide>
        <p15:guide id="9" orient="horz" pos="686">
          <p15:clr>
            <a:srgbClr val="FBAE40"/>
          </p15:clr>
        </p15:guide>
        <p15:guide id="10" orient="horz" pos="4088">
          <p15:clr>
            <a:srgbClr val="FBAE40"/>
          </p15:clr>
        </p15:guide>
        <p15:guide id="11" orient="horz" pos="3861">
          <p15:clr>
            <a:srgbClr val="FBAE40"/>
          </p15:clr>
        </p15:guide>
        <p15:guide id="12" orient="horz" pos="3634">
          <p15:clr>
            <a:srgbClr val="FBAE40"/>
          </p15:clr>
        </p15:guide>
        <p15:guide id="13" pos="211">
          <p15:clr>
            <a:srgbClr val="FBAE40"/>
          </p15:clr>
        </p15:guide>
        <p15:guide id="14" pos="438">
          <p15:clr>
            <a:srgbClr val="FBAE40"/>
          </p15:clr>
        </p15:guide>
        <p15:guide id="15" pos="665">
          <p15:clr>
            <a:srgbClr val="FBAE40"/>
          </p15:clr>
        </p15:guide>
        <p15:guide id="16" pos="7469">
          <p15:clr>
            <a:srgbClr val="FBAE40"/>
          </p15:clr>
        </p15:guide>
        <p15:guide id="17" pos="7242">
          <p15:clr>
            <a:srgbClr val="FBAE40"/>
          </p15:clr>
        </p15:guide>
        <p15:guide id="18" pos="701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3AA7DCC-29C0-77C4-D54B-A3A1603E5265}"/>
              </a:ext>
            </a:extLst>
          </p:cNvPr>
          <p:cNvSpPr txBox="1"/>
          <p:nvPr userDrawn="1">
            <p:extLst>
              <p:ext uri="{1162E1C5-73C7-4A58-AE30-91384D911F3F}">
                <p184:classification xmlns:p184="http://schemas.microsoft.com/office/powerpoint/2018/4/main" val="hdr"/>
              </p:ext>
            </p:extLst>
          </p:nvPr>
        </p:nvSpPr>
        <p:spPr>
          <a:xfrm>
            <a:off x="5811012" y="63500"/>
            <a:ext cx="604838" cy="152400"/>
          </a:xfrm>
          <a:prstGeom prst="rect">
            <a:avLst/>
          </a:prstGeom>
        </p:spPr>
        <p:txBody>
          <a:bodyPr horzOverflow="overflow" lIns="0" tIns="0" rIns="0" bIns="0">
            <a:spAutoFit/>
          </a:bodyPr>
          <a:lstStyle/>
          <a:p>
            <a:pPr algn="l"/>
            <a:r>
              <a:rPr lang="en-AU" sz="1000">
                <a:solidFill>
                  <a:srgbClr val="FF0000">
                    <a:alpha val="50000"/>
                  </a:srgbClr>
                </a:solidFill>
                <a:latin typeface="Arial" panose="020B0604020202020204" pitchFamily="34" charset="0"/>
                <a:cs typeface="Arial" panose="020B0604020202020204" pitchFamily="34" charset="0"/>
              </a:rPr>
              <a:t>OFFICIAL</a:t>
            </a:r>
          </a:p>
        </p:txBody>
      </p:sp>
      <p:sp>
        <p:nvSpPr>
          <p:cNvPr id="5" name="TextBox 4">
            <a:extLst>
              <a:ext uri="{FF2B5EF4-FFF2-40B4-BE49-F238E27FC236}">
                <a16:creationId xmlns:a16="http://schemas.microsoft.com/office/drawing/2014/main" id="{7696A85A-A8AE-6733-BB73-BFBE233F9B91}"/>
              </a:ext>
            </a:extLst>
          </p:cNvPr>
          <p:cNvSpPr txBox="1"/>
          <p:nvPr userDrawn="1">
            <p:extLst>
              <p:ext uri="{1162E1C5-73C7-4A58-AE30-91384D911F3F}">
                <p184:classification xmlns:p184="http://schemas.microsoft.com/office/powerpoint/2018/4/main" val="ftr"/>
              </p:ext>
            </p:extLst>
          </p:nvPr>
        </p:nvSpPr>
        <p:spPr>
          <a:xfrm>
            <a:off x="5811012" y="6642100"/>
            <a:ext cx="604838" cy="152400"/>
          </a:xfrm>
          <a:prstGeom prst="rect">
            <a:avLst/>
          </a:prstGeom>
        </p:spPr>
        <p:txBody>
          <a:bodyPr horzOverflow="overflow" lIns="0" tIns="0" rIns="0" bIns="0">
            <a:spAutoFit/>
          </a:bodyPr>
          <a:lstStyle/>
          <a:p>
            <a:pPr algn="l"/>
            <a:r>
              <a:rPr lang="en-AU" sz="1000">
                <a:solidFill>
                  <a:srgbClr val="FF0000">
                    <a:alpha val="50000"/>
                  </a:srgbClr>
                </a:solidFill>
                <a:latin typeface="Arial" panose="020B0604020202020204" pitchFamily="34" charset="0"/>
                <a:cs typeface="Arial" panose="020B0604020202020204" pitchFamily="34" charset="0"/>
              </a:rPr>
              <a:t>OFFICIAL</a:t>
            </a:r>
          </a:p>
        </p:txBody>
      </p:sp>
    </p:spTree>
    <p:extLst>
      <p:ext uri="{BB962C8B-B14F-4D97-AF65-F5344CB8AC3E}">
        <p14:creationId xmlns:p14="http://schemas.microsoft.com/office/powerpoint/2010/main" val="3388258077"/>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2" r:id="rId12"/>
    <p:sldLayoutId id="2147483671" r:id="rId13"/>
    <p:sldLayoutId id="2147483673" r:id="rId14"/>
    <p:sldLayoutId id="2147483674" r:id="rId15"/>
    <p:sldLayoutId id="2147483675" r:id="rId16"/>
    <p:sldLayoutId id="2147483679" r:id="rId17"/>
    <p:sldLayoutId id="2147483677" r:id="rId18"/>
    <p:sldLayoutId id="2147483678"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2E_28797D6E.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A0FAC-B8A4-A023-E502-73045E6D00FE}"/>
              </a:ext>
            </a:extLst>
          </p:cNvPr>
          <p:cNvSpPr>
            <a:spLocks noGrp="1"/>
          </p:cNvSpPr>
          <p:nvPr>
            <p:ph type="ctrTitle"/>
          </p:nvPr>
        </p:nvSpPr>
        <p:spPr/>
        <p:txBody>
          <a:bodyPr>
            <a:normAutofit fontScale="90000"/>
          </a:bodyPr>
          <a:lstStyle/>
          <a:p>
            <a:r>
              <a:rPr lang="en-US" dirty="0"/>
              <a:t>NSW Health</a:t>
            </a:r>
            <a:br>
              <a:rPr lang="en-US" dirty="0"/>
            </a:br>
            <a:r>
              <a:rPr lang="en-US" dirty="0"/>
              <a:t>Audit Office of New South Wales</a:t>
            </a:r>
            <a:endParaRPr lang="en-AU" dirty="0"/>
          </a:p>
        </p:txBody>
      </p:sp>
      <p:pic>
        <p:nvPicPr>
          <p:cNvPr id="7" name="Picture Placeholder 6" descr="Cloud storage graphic">
            <a:extLst>
              <a:ext uri="{FF2B5EF4-FFF2-40B4-BE49-F238E27FC236}">
                <a16:creationId xmlns:a16="http://schemas.microsoft.com/office/drawing/2014/main" id="{361B82CF-AF4E-BAD9-9F4A-552F41ECE68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3912" r="23912"/>
          <a:stretch/>
        </p:blipFill>
        <p:spPr/>
      </p:pic>
      <p:sp>
        <p:nvSpPr>
          <p:cNvPr id="4" name="Text Placeholder 3">
            <a:extLst>
              <a:ext uri="{FF2B5EF4-FFF2-40B4-BE49-F238E27FC236}">
                <a16:creationId xmlns:a16="http://schemas.microsoft.com/office/drawing/2014/main" id="{A0E328AC-685E-A331-D889-62812F10114E}"/>
              </a:ext>
            </a:extLst>
          </p:cNvPr>
          <p:cNvSpPr>
            <a:spLocks noGrp="1"/>
          </p:cNvSpPr>
          <p:nvPr>
            <p:ph type="body" sz="quarter" idx="11"/>
          </p:nvPr>
        </p:nvSpPr>
        <p:spPr/>
        <p:txBody>
          <a:bodyPr/>
          <a:lstStyle/>
          <a:p>
            <a:r>
              <a:rPr lang="en-US" dirty="0"/>
              <a:t>Data Platform Project Update</a:t>
            </a:r>
            <a:endParaRPr lang="en-AU" dirty="0"/>
          </a:p>
        </p:txBody>
      </p:sp>
      <p:sp>
        <p:nvSpPr>
          <p:cNvPr id="5" name="Text Placeholder 4">
            <a:extLst>
              <a:ext uri="{FF2B5EF4-FFF2-40B4-BE49-F238E27FC236}">
                <a16:creationId xmlns:a16="http://schemas.microsoft.com/office/drawing/2014/main" id="{E14F51BE-16D1-D58A-E5F1-339BCE48E925}"/>
              </a:ext>
            </a:extLst>
          </p:cNvPr>
          <p:cNvSpPr>
            <a:spLocks noGrp="1"/>
          </p:cNvSpPr>
          <p:nvPr>
            <p:ph type="body" sz="quarter" idx="12"/>
          </p:nvPr>
        </p:nvSpPr>
        <p:spPr/>
        <p:txBody>
          <a:bodyPr/>
          <a:lstStyle/>
          <a:p>
            <a:r>
              <a:rPr lang="en-AU" b="1" dirty="0"/>
              <a:t>14 April 2026</a:t>
            </a:r>
            <a:endParaRPr lang="en-AU" dirty="0"/>
          </a:p>
        </p:txBody>
      </p:sp>
    </p:spTree>
    <p:extLst>
      <p:ext uri="{BB962C8B-B14F-4D97-AF65-F5344CB8AC3E}">
        <p14:creationId xmlns:p14="http://schemas.microsoft.com/office/powerpoint/2010/main" val="678831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629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A4EC-9C72-7903-2A33-DA7006D4BA5F}"/>
              </a:ext>
            </a:extLst>
          </p:cNvPr>
          <p:cNvSpPr>
            <a:spLocks noGrp="1"/>
          </p:cNvSpPr>
          <p:nvPr>
            <p:ph type="ctrTitle"/>
          </p:nvPr>
        </p:nvSpPr>
        <p:spPr/>
        <p:txBody>
          <a:bodyPr/>
          <a:lstStyle/>
          <a:p>
            <a:r>
              <a:rPr lang="en-GB" dirty="0"/>
              <a:t>Monthly Update</a:t>
            </a:r>
            <a:endParaRPr lang="en-AU" dirty="0"/>
          </a:p>
        </p:txBody>
      </p:sp>
      <p:sp>
        <p:nvSpPr>
          <p:cNvPr id="3" name="Text Placeholder 2">
            <a:extLst>
              <a:ext uri="{FF2B5EF4-FFF2-40B4-BE49-F238E27FC236}">
                <a16:creationId xmlns:a16="http://schemas.microsoft.com/office/drawing/2014/main" id="{7E21797A-2797-6F13-5BF1-6B99D116ECA2}"/>
              </a:ext>
            </a:extLst>
          </p:cNvPr>
          <p:cNvSpPr>
            <a:spLocks noGrp="1"/>
          </p:cNvSpPr>
          <p:nvPr>
            <p:ph type="body" sz="quarter" idx="11"/>
          </p:nvPr>
        </p:nvSpPr>
        <p:spPr/>
        <p:txBody>
          <a:bodyPr/>
          <a:lstStyle/>
          <a:p>
            <a:r>
              <a:rPr lang="en-GB" dirty="0"/>
              <a:t>March – April 2026</a:t>
            </a:r>
          </a:p>
        </p:txBody>
      </p:sp>
      <p:sp>
        <p:nvSpPr>
          <p:cNvPr id="4" name="Text Placeholder 3">
            <a:extLst>
              <a:ext uri="{FF2B5EF4-FFF2-40B4-BE49-F238E27FC236}">
                <a16:creationId xmlns:a16="http://schemas.microsoft.com/office/drawing/2014/main" id="{21CC1C9C-7EE8-5BBE-3939-61F830B051CB}"/>
              </a:ext>
            </a:extLst>
          </p:cNvPr>
          <p:cNvSpPr>
            <a:spLocks noGrp="1"/>
          </p:cNvSpPr>
          <p:nvPr>
            <p:ph type="body" sz="quarter" idx="12"/>
          </p:nvPr>
        </p:nvSpPr>
        <p:spPr/>
        <p:txBody>
          <a:bodyPr/>
          <a:lstStyle/>
          <a:p>
            <a:r>
              <a:rPr lang="en-AU" dirty="0"/>
              <a:t>01</a:t>
            </a:r>
          </a:p>
        </p:txBody>
      </p:sp>
    </p:spTree>
    <p:extLst>
      <p:ext uri="{BB962C8B-B14F-4D97-AF65-F5344CB8AC3E}">
        <p14:creationId xmlns:p14="http://schemas.microsoft.com/office/powerpoint/2010/main" val="1450950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8D327-8CC1-315F-B6DA-231B64AD5EB1}"/>
              </a:ext>
            </a:extLst>
          </p:cNvPr>
          <p:cNvSpPr>
            <a:spLocks noGrp="1"/>
          </p:cNvSpPr>
          <p:nvPr>
            <p:ph type="ctrTitle"/>
          </p:nvPr>
        </p:nvSpPr>
        <p:spPr/>
        <p:txBody>
          <a:bodyPr bIns="46800"/>
          <a:lstStyle/>
          <a:p>
            <a:r>
              <a:rPr lang="en-AU" dirty="0"/>
              <a:t>Key Developments</a:t>
            </a:r>
          </a:p>
        </p:txBody>
      </p:sp>
      <p:sp>
        <p:nvSpPr>
          <p:cNvPr id="4" name="Text Placeholder 3">
            <a:extLst>
              <a:ext uri="{FF2B5EF4-FFF2-40B4-BE49-F238E27FC236}">
                <a16:creationId xmlns:a16="http://schemas.microsoft.com/office/drawing/2014/main" id="{B7304F68-DFD3-8BC5-D3F9-1F469E2E08AA}"/>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7BE5136F-C88A-1E48-1E6C-362C5F2A7CB3}"/>
              </a:ext>
            </a:extLst>
          </p:cNvPr>
          <p:cNvSpPr>
            <a:spLocks noGrp="1"/>
          </p:cNvSpPr>
          <p:nvPr>
            <p:ph type="body" sz="quarter" idx="14"/>
          </p:nvPr>
        </p:nvSpPr>
        <p:spPr/>
        <p:txBody>
          <a:bodyPr/>
          <a:lstStyle/>
          <a:p>
            <a:fld id="{B508F6BC-6EFC-47D7-B05F-6B59CD8D235D}" type="slidenum">
              <a:rPr lang="en-AU" smtClean="0"/>
              <a:t>4</a:t>
            </a:fld>
            <a:endParaRPr lang="en-AU" dirty="0"/>
          </a:p>
        </p:txBody>
      </p:sp>
      <p:sp>
        <p:nvSpPr>
          <p:cNvPr id="6" name="Text Placeholder 5">
            <a:extLst>
              <a:ext uri="{FF2B5EF4-FFF2-40B4-BE49-F238E27FC236}">
                <a16:creationId xmlns:a16="http://schemas.microsoft.com/office/drawing/2014/main" id="{73D4683A-695D-F8BC-848A-16B25CBA9FD5}"/>
              </a:ext>
            </a:extLst>
          </p:cNvPr>
          <p:cNvSpPr>
            <a:spLocks noGrp="1"/>
          </p:cNvSpPr>
          <p:nvPr>
            <p:ph type="body" sz="quarter" idx="13"/>
          </p:nvPr>
        </p:nvSpPr>
        <p:spPr>
          <a:xfrm>
            <a:off x="334962" y="1469459"/>
            <a:ext cx="11520000" cy="3708000"/>
          </a:xfrm>
        </p:spPr>
        <p:txBody>
          <a:bodyPr/>
          <a:lstStyle/>
          <a:p>
            <a:r>
              <a:rPr lang="en-US" sz="2000" b="1" dirty="0"/>
              <a:t>9 March 2026:</a:t>
            </a:r>
            <a:r>
              <a:rPr lang="en-AU" sz="2000" dirty="0"/>
              <a:t> MoH Data Platform Project</a:t>
            </a:r>
            <a:r>
              <a:rPr lang="en-AU" sz="2000" b="1" dirty="0"/>
              <a:t> introduction </a:t>
            </a:r>
            <a:r>
              <a:rPr lang="en-AU" sz="2000" dirty="0"/>
              <a:t>(previous meeting)</a:t>
            </a:r>
            <a:endParaRPr lang="en-US" sz="2000" b="1" dirty="0"/>
          </a:p>
          <a:p>
            <a:r>
              <a:rPr lang="en-US" sz="2000" b="1" dirty="0"/>
              <a:t>16 March 2026</a:t>
            </a:r>
            <a:r>
              <a:rPr lang="en-US" sz="2000" dirty="0"/>
              <a:t>: Initial Data Platform </a:t>
            </a:r>
            <a:r>
              <a:rPr lang="en-US" sz="2000" b="1" dirty="0"/>
              <a:t>project briefing </a:t>
            </a:r>
            <a:r>
              <a:rPr lang="en-US" sz="2000" dirty="0"/>
              <a:t>held with NSW Health project team</a:t>
            </a:r>
          </a:p>
          <a:p>
            <a:r>
              <a:rPr lang="en-US" sz="2000" b="1" dirty="0"/>
              <a:t>16 March 2026</a:t>
            </a:r>
            <a:r>
              <a:rPr lang="en-US" sz="2000" dirty="0"/>
              <a:t>: </a:t>
            </a:r>
            <a:r>
              <a:rPr lang="en-US" sz="2000" b="1" dirty="0"/>
              <a:t>Data matching clarification </a:t>
            </a:r>
            <a:r>
              <a:rPr lang="en-US" sz="2000" dirty="0"/>
              <a:t>provided to eHealth</a:t>
            </a:r>
          </a:p>
          <a:p>
            <a:r>
              <a:rPr lang="en-US" sz="2000" b="1" dirty="0"/>
              <a:t>25 March 2026</a:t>
            </a:r>
            <a:r>
              <a:rPr lang="en-US" sz="2000" dirty="0"/>
              <a:t>: Data Platform </a:t>
            </a:r>
            <a:r>
              <a:rPr lang="en-US" sz="2000" b="1" dirty="0"/>
              <a:t>project timeline </a:t>
            </a:r>
            <a:r>
              <a:rPr lang="en-US" sz="2000" dirty="0"/>
              <a:t>shared with NSW Health project team</a:t>
            </a:r>
          </a:p>
          <a:p>
            <a:r>
              <a:rPr lang="en-US" sz="2000" b="1" dirty="0"/>
              <a:t>2 April 2026</a:t>
            </a:r>
            <a:r>
              <a:rPr lang="en-US" sz="2000" dirty="0"/>
              <a:t>: </a:t>
            </a:r>
            <a:r>
              <a:rPr lang="en-US" sz="2000" b="1" dirty="0"/>
              <a:t>Technical discussion </a:t>
            </a:r>
            <a:r>
              <a:rPr lang="en-US" sz="2000" dirty="0"/>
              <a:t>held with DAC and NSW Health on the Data Platform project, with a preliminary decision to ingest data from ADLS into Snowflake to reuse existing engineering and simplify NSW Health integration</a:t>
            </a:r>
          </a:p>
          <a:p>
            <a:r>
              <a:rPr lang="en-US" sz="2000" b="1" dirty="0"/>
              <a:t>13 April 2026</a:t>
            </a:r>
            <a:r>
              <a:rPr lang="en-US" sz="2000" dirty="0"/>
              <a:t>: Confirmation provided to NSW Health on </a:t>
            </a:r>
            <a:r>
              <a:rPr lang="en-US" sz="2000" b="1" dirty="0"/>
              <a:t>data transfer encryption and endpoint setup</a:t>
            </a:r>
            <a:endParaRPr lang="en-AU" sz="2000" b="1" dirty="0"/>
          </a:p>
          <a:p>
            <a:r>
              <a:rPr lang="en-AU" sz="2000" b="1" dirty="0"/>
              <a:t>16 April 2026</a:t>
            </a:r>
            <a:r>
              <a:rPr lang="en-AU" sz="2000" dirty="0"/>
              <a:t>: MoH Data Platform Project update (this meeting)</a:t>
            </a:r>
          </a:p>
        </p:txBody>
      </p:sp>
    </p:spTree>
    <p:extLst>
      <p:ext uri="{BB962C8B-B14F-4D97-AF65-F5344CB8AC3E}">
        <p14:creationId xmlns:p14="http://schemas.microsoft.com/office/powerpoint/2010/main" val="3264371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680CA-AF79-248E-2662-D94FF3C2F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A0033C-4166-5E68-7C68-60DC821E38F9}"/>
              </a:ext>
            </a:extLst>
          </p:cNvPr>
          <p:cNvSpPr>
            <a:spLocks noGrp="1"/>
          </p:cNvSpPr>
          <p:nvPr>
            <p:ph type="ctrTitle"/>
          </p:nvPr>
        </p:nvSpPr>
        <p:spPr/>
        <p:txBody>
          <a:bodyPr bIns="46800"/>
          <a:lstStyle/>
          <a:p>
            <a:r>
              <a:rPr lang="en-AU" dirty="0"/>
              <a:t>Project Timeline Overview</a:t>
            </a:r>
          </a:p>
        </p:txBody>
      </p:sp>
      <p:sp>
        <p:nvSpPr>
          <p:cNvPr id="4" name="Text Placeholder 3">
            <a:extLst>
              <a:ext uri="{FF2B5EF4-FFF2-40B4-BE49-F238E27FC236}">
                <a16:creationId xmlns:a16="http://schemas.microsoft.com/office/drawing/2014/main" id="{631E3812-6BE0-6059-6FD4-5FC9F51A18B5}"/>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25AD978F-3F3A-A388-CDD4-CEFF1DDA2BF2}"/>
              </a:ext>
            </a:extLst>
          </p:cNvPr>
          <p:cNvSpPr>
            <a:spLocks noGrp="1"/>
          </p:cNvSpPr>
          <p:nvPr>
            <p:ph type="body" sz="quarter" idx="14"/>
          </p:nvPr>
        </p:nvSpPr>
        <p:spPr/>
        <p:txBody>
          <a:bodyPr/>
          <a:lstStyle/>
          <a:p>
            <a:fld id="{B508F6BC-6EFC-47D7-B05F-6B59CD8D235D}" type="slidenum">
              <a:rPr lang="en-AU" smtClean="0"/>
              <a:t>5</a:t>
            </a:fld>
            <a:endParaRPr lang="en-AU" dirty="0"/>
          </a:p>
        </p:txBody>
      </p:sp>
      <p:sp>
        <p:nvSpPr>
          <p:cNvPr id="6" name="Text Placeholder 5">
            <a:extLst>
              <a:ext uri="{FF2B5EF4-FFF2-40B4-BE49-F238E27FC236}">
                <a16:creationId xmlns:a16="http://schemas.microsoft.com/office/drawing/2014/main" id="{12DA4576-8A2D-D29A-FF3C-8EF7AB26C622}"/>
              </a:ext>
            </a:extLst>
          </p:cNvPr>
          <p:cNvSpPr>
            <a:spLocks noGrp="1"/>
          </p:cNvSpPr>
          <p:nvPr>
            <p:ph type="body" sz="quarter" idx="13"/>
          </p:nvPr>
        </p:nvSpPr>
        <p:spPr>
          <a:xfrm>
            <a:off x="334962" y="1469459"/>
            <a:ext cx="11520000" cy="3708000"/>
          </a:xfrm>
        </p:spPr>
        <p:txBody>
          <a:bodyPr lIns="91440" tIns="45720" rIns="91440" bIns="45720" anchor="t"/>
          <a:lstStyle/>
          <a:p>
            <a:pPr marL="0" indent="0">
              <a:buNone/>
            </a:pPr>
            <a:r>
              <a:rPr lang="en-AU" b="1" dirty="0"/>
              <a:t>March 2026</a:t>
            </a:r>
            <a:endParaRPr lang="en-AU" dirty="0"/>
          </a:p>
          <a:p>
            <a:pPr lvl="0"/>
            <a:r>
              <a:rPr lang="en-AU" dirty="0"/>
              <a:t>Finalise foundational design and onboarding activities.</a:t>
            </a:r>
          </a:p>
          <a:p>
            <a:pPr marL="359410" lvl="0" indent="-359410"/>
            <a:r>
              <a:rPr lang="en-AU" dirty="0"/>
              <a:t>Confirm scope, sequencing and readiness for the main build phase.</a:t>
            </a:r>
          </a:p>
          <a:p>
            <a:pPr marL="359410" lvl="0" indent="-359410"/>
            <a:r>
              <a:rPr lang="en-AU" dirty="0"/>
              <a:t>Project tracking indicates this phase is on track and approaching a critical transition point.</a:t>
            </a:r>
          </a:p>
          <a:p>
            <a:pPr marL="0" indent="0">
              <a:buNone/>
            </a:pPr>
            <a:r>
              <a:rPr lang="en-AU" b="1" dirty="0"/>
              <a:t>April 2026</a:t>
            </a:r>
            <a:endParaRPr lang="en-AU" dirty="0"/>
          </a:p>
          <a:p>
            <a:pPr lvl="0"/>
            <a:r>
              <a:rPr lang="en-AU" dirty="0"/>
              <a:t>Complete remaining foundation work and close out early-stage dependencies.</a:t>
            </a:r>
          </a:p>
          <a:p>
            <a:pPr marL="359410" lvl="0" indent="-359410"/>
            <a:r>
              <a:rPr lang="en-AU" dirty="0"/>
              <a:t>Ramp up core build activities for delivery across the remainder of the year.</a:t>
            </a:r>
          </a:p>
          <a:p>
            <a:pPr lvl="0"/>
            <a:r>
              <a:rPr lang="en-AU" dirty="0"/>
              <a:t>Final opportunity to stabilise the overall approach before downstream activities accelerate.</a:t>
            </a:r>
          </a:p>
          <a:p>
            <a:pPr marL="0" indent="0">
              <a:buNone/>
            </a:pPr>
            <a:r>
              <a:rPr lang="en-AU" b="1" dirty="0"/>
              <a:t>May 2026</a:t>
            </a:r>
            <a:endParaRPr lang="en-AU" dirty="0"/>
          </a:p>
          <a:p>
            <a:pPr marL="359410" indent="-359410"/>
            <a:r>
              <a:rPr lang="en-AU"/>
              <a:t>Enter full report build phase for datasets.</a:t>
            </a:r>
          </a:p>
          <a:p>
            <a:pPr marL="359410" lvl="0" indent="-359410"/>
            <a:r>
              <a:rPr lang="en-AU" dirty="0"/>
              <a:t>Data ingestion, transformation and platform components progress in parallel.</a:t>
            </a:r>
          </a:p>
          <a:p>
            <a:pPr lvl="0"/>
            <a:r>
              <a:rPr lang="en-AU" dirty="0"/>
              <a:t>Dependencies between workstreams become active and closely coordinated.</a:t>
            </a:r>
          </a:p>
          <a:p>
            <a:pPr marL="0" indent="0">
              <a:buNone/>
            </a:pPr>
            <a:endParaRPr lang="en-AU" sz="1600" dirty="0"/>
          </a:p>
        </p:txBody>
      </p:sp>
    </p:spTree>
    <p:extLst>
      <p:ext uri="{BB962C8B-B14F-4D97-AF65-F5344CB8AC3E}">
        <p14:creationId xmlns:p14="http://schemas.microsoft.com/office/powerpoint/2010/main" val="3167925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292F-FA85-F51B-C939-397B162BD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AF24A5-2835-5AFC-D875-E905D9FD4523}"/>
              </a:ext>
            </a:extLst>
          </p:cNvPr>
          <p:cNvSpPr>
            <a:spLocks noGrp="1"/>
          </p:cNvSpPr>
          <p:nvPr>
            <p:ph type="ctrTitle"/>
          </p:nvPr>
        </p:nvSpPr>
        <p:spPr/>
        <p:txBody>
          <a:bodyPr bIns="46800"/>
          <a:lstStyle/>
          <a:p>
            <a:r>
              <a:rPr lang="en-AU" dirty="0"/>
              <a:t>Project Timeline Overview (continued)</a:t>
            </a:r>
          </a:p>
        </p:txBody>
      </p:sp>
      <p:sp>
        <p:nvSpPr>
          <p:cNvPr id="4" name="Text Placeholder 3">
            <a:extLst>
              <a:ext uri="{FF2B5EF4-FFF2-40B4-BE49-F238E27FC236}">
                <a16:creationId xmlns:a16="http://schemas.microsoft.com/office/drawing/2014/main" id="{EA0B7802-0F27-D74C-7E0D-82A122C6C2A0}"/>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2061657C-68FE-5BD2-D59A-572C70128C2D}"/>
              </a:ext>
            </a:extLst>
          </p:cNvPr>
          <p:cNvSpPr>
            <a:spLocks noGrp="1"/>
          </p:cNvSpPr>
          <p:nvPr>
            <p:ph type="body" sz="quarter" idx="14"/>
          </p:nvPr>
        </p:nvSpPr>
        <p:spPr/>
        <p:txBody>
          <a:bodyPr/>
          <a:lstStyle/>
          <a:p>
            <a:fld id="{B508F6BC-6EFC-47D7-B05F-6B59CD8D235D}" type="slidenum">
              <a:rPr lang="en-AU" smtClean="0"/>
              <a:t>6</a:t>
            </a:fld>
            <a:endParaRPr lang="en-AU" dirty="0"/>
          </a:p>
        </p:txBody>
      </p:sp>
      <p:sp>
        <p:nvSpPr>
          <p:cNvPr id="6" name="Text Placeholder 5">
            <a:extLst>
              <a:ext uri="{FF2B5EF4-FFF2-40B4-BE49-F238E27FC236}">
                <a16:creationId xmlns:a16="http://schemas.microsoft.com/office/drawing/2014/main" id="{525D3A37-F954-75DD-847E-81484CEAE6CA}"/>
              </a:ext>
            </a:extLst>
          </p:cNvPr>
          <p:cNvSpPr>
            <a:spLocks noGrp="1"/>
          </p:cNvSpPr>
          <p:nvPr>
            <p:ph type="body" sz="quarter" idx="13"/>
          </p:nvPr>
        </p:nvSpPr>
        <p:spPr>
          <a:xfrm>
            <a:off x="334962" y="1469459"/>
            <a:ext cx="11520000" cy="3708000"/>
          </a:xfrm>
        </p:spPr>
        <p:txBody>
          <a:bodyPr/>
          <a:lstStyle/>
          <a:p>
            <a:pPr marL="0" indent="0">
              <a:buNone/>
            </a:pPr>
            <a:r>
              <a:rPr lang="en-AU" b="1" dirty="0"/>
              <a:t>June 2026</a:t>
            </a:r>
            <a:endParaRPr lang="en-AU" dirty="0"/>
          </a:p>
          <a:p>
            <a:pPr lvl="0"/>
            <a:r>
              <a:rPr lang="en-AU" dirty="0"/>
              <a:t>Continue core build with increasing integration between components.</a:t>
            </a:r>
          </a:p>
          <a:p>
            <a:pPr lvl="0"/>
            <a:r>
              <a:rPr lang="en-AU" dirty="0"/>
              <a:t>Early outputs emerge, supporting progressive validation.</a:t>
            </a:r>
          </a:p>
          <a:p>
            <a:pPr marL="0" indent="0">
              <a:buNone/>
            </a:pPr>
            <a:r>
              <a:rPr lang="en-AU" b="1" dirty="0"/>
              <a:t>July 2026 to February 2027 (expected project completion)</a:t>
            </a:r>
            <a:endParaRPr lang="en-AU" dirty="0"/>
          </a:p>
          <a:p>
            <a:pPr lvl="0"/>
            <a:r>
              <a:rPr lang="en-AU" dirty="0"/>
              <a:t>Transition from core build into stabilisation and rollout, with expanding platform capability across data domains and increasing focus on controls, validation and reliable end to end operation.</a:t>
            </a:r>
          </a:p>
          <a:p>
            <a:pPr lvl="0"/>
            <a:r>
              <a:rPr lang="en-AU" dirty="0"/>
              <a:t>Through August and September, data flows are strengthened and the platform progresses toward operational readiness.</a:t>
            </a:r>
          </a:p>
          <a:p>
            <a:pPr lvl="0"/>
            <a:r>
              <a:rPr lang="en-AU" dirty="0"/>
              <a:t>By October and November, implementation winds down and attention shifts to consolidation, optimisation and structured handover.</a:t>
            </a:r>
          </a:p>
          <a:p>
            <a:pPr lvl="0"/>
            <a:r>
              <a:rPr lang="en-AU" dirty="0"/>
              <a:t>Core delivery is completed in December 2026, with the platform confirmed to be operating as intended.</a:t>
            </a:r>
          </a:p>
          <a:p>
            <a:pPr lvl="0"/>
            <a:r>
              <a:rPr lang="en-AU" dirty="0"/>
              <a:t>January 2027 focuses on training, documentation and transition to business-as-usual operations, leading to formal project closure in February 2027 with the NSW Health data platform fully established and embedded.</a:t>
            </a:r>
          </a:p>
          <a:p>
            <a:pPr marL="0" indent="0">
              <a:buNone/>
            </a:pPr>
            <a:endParaRPr lang="en-AU" sz="1600" dirty="0"/>
          </a:p>
        </p:txBody>
      </p:sp>
    </p:spTree>
    <p:extLst>
      <p:ext uri="{BB962C8B-B14F-4D97-AF65-F5344CB8AC3E}">
        <p14:creationId xmlns:p14="http://schemas.microsoft.com/office/powerpoint/2010/main" val="724003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F0E73-791F-4348-79BD-69606EC84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4373B-9D94-45A3-A79B-928EAA6553BC}"/>
              </a:ext>
            </a:extLst>
          </p:cNvPr>
          <p:cNvSpPr>
            <a:spLocks noGrp="1"/>
          </p:cNvSpPr>
          <p:nvPr>
            <p:ph type="ctrTitle"/>
          </p:nvPr>
        </p:nvSpPr>
        <p:spPr/>
        <p:txBody>
          <a:bodyPr bIns="46800"/>
          <a:lstStyle/>
          <a:p>
            <a:r>
              <a:rPr lang="en-AU" dirty="0"/>
              <a:t>Data Pipeline (to be updated)</a:t>
            </a:r>
          </a:p>
        </p:txBody>
      </p:sp>
      <p:sp>
        <p:nvSpPr>
          <p:cNvPr id="4" name="Text Placeholder 3">
            <a:extLst>
              <a:ext uri="{FF2B5EF4-FFF2-40B4-BE49-F238E27FC236}">
                <a16:creationId xmlns:a16="http://schemas.microsoft.com/office/drawing/2014/main" id="{0B0A5632-7952-89B3-A433-584D485D47A5}"/>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1C21F279-32D8-0DD0-27D6-6B6C750AA386}"/>
              </a:ext>
            </a:extLst>
          </p:cNvPr>
          <p:cNvSpPr>
            <a:spLocks noGrp="1"/>
          </p:cNvSpPr>
          <p:nvPr>
            <p:ph type="body" sz="quarter" idx="14"/>
          </p:nvPr>
        </p:nvSpPr>
        <p:spPr/>
        <p:txBody>
          <a:bodyPr/>
          <a:lstStyle/>
          <a:p>
            <a:fld id="{B508F6BC-6EFC-47D7-B05F-6B59CD8D235D}" type="slidenum">
              <a:rPr lang="en-AU" smtClean="0"/>
              <a:t>7</a:t>
            </a:fld>
            <a:endParaRPr lang="en-AU" dirty="0"/>
          </a:p>
        </p:txBody>
      </p:sp>
      <p:pic>
        <p:nvPicPr>
          <p:cNvPr id="2050" name="Picture 2">
            <a:extLst>
              <a:ext uri="{FF2B5EF4-FFF2-40B4-BE49-F238E27FC236}">
                <a16:creationId xmlns:a16="http://schemas.microsoft.com/office/drawing/2014/main" id="{5505D721-688E-43EB-7687-9EE5C2FF0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6731" y="1346549"/>
            <a:ext cx="8477333" cy="4164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8115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E503D-5CDB-5AB2-0D62-3A346CEBF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5B54C-E2E7-3D52-58C6-1008C2EF6A66}"/>
              </a:ext>
            </a:extLst>
          </p:cNvPr>
          <p:cNvSpPr>
            <a:spLocks noGrp="1"/>
          </p:cNvSpPr>
          <p:nvPr>
            <p:ph type="ctrTitle"/>
          </p:nvPr>
        </p:nvSpPr>
        <p:spPr/>
        <p:txBody>
          <a:bodyPr bIns="46800"/>
          <a:lstStyle/>
          <a:p>
            <a:r>
              <a:rPr lang="en-AU" dirty="0"/>
              <a:t>Key Risks and Forward Plan</a:t>
            </a:r>
          </a:p>
        </p:txBody>
      </p:sp>
      <p:sp>
        <p:nvSpPr>
          <p:cNvPr id="4" name="Text Placeholder 3">
            <a:extLst>
              <a:ext uri="{FF2B5EF4-FFF2-40B4-BE49-F238E27FC236}">
                <a16:creationId xmlns:a16="http://schemas.microsoft.com/office/drawing/2014/main" id="{46407904-24C8-0C67-DEDA-0CADDB59525F}"/>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822ACFA0-CEAE-C7EA-258C-632635BFF0FD}"/>
              </a:ext>
            </a:extLst>
          </p:cNvPr>
          <p:cNvSpPr>
            <a:spLocks noGrp="1"/>
          </p:cNvSpPr>
          <p:nvPr>
            <p:ph type="body" sz="quarter" idx="14"/>
          </p:nvPr>
        </p:nvSpPr>
        <p:spPr/>
        <p:txBody>
          <a:bodyPr/>
          <a:lstStyle/>
          <a:p>
            <a:fld id="{B508F6BC-6EFC-47D7-B05F-6B59CD8D235D}" type="slidenum">
              <a:rPr lang="en-AU" smtClean="0"/>
              <a:t>8</a:t>
            </a:fld>
            <a:endParaRPr lang="en-AU" dirty="0"/>
          </a:p>
        </p:txBody>
      </p:sp>
      <p:graphicFrame>
        <p:nvGraphicFramePr>
          <p:cNvPr id="10" name="Table 9">
            <a:extLst>
              <a:ext uri="{FF2B5EF4-FFF2-40B4-BE49-F238E27FC236}">
                <a16:creationId xmlns:a16="http://schemas.microsoft.com/office/drawing/2014/main" id="{C0EBED6F-9369-D6EF-1A23-D059656B272D}"/>
              </a:ext>
            </a:extLst>
          </p:cNvPr>
          <p:cNvGraphicFramePr>
            <a:graphicFrameLocks noGrp="1"/>
          </p:cNvGraphicFramePr>
          <p:nvPr>
            <p:extLst>
              <p:ext uri="{D42A27DB-BD31-4B8C-83A1-F6EECF244321}">
                <p14:modId xmlns:p14="http://schemas.microsoft.com/office/powerpoint/2010/main" val="3041160803"/>
              </p:ext>
            </p:extLst>
          </p:nvPr>
        </p:nvGraphicFramePr>
        <p:xfrm>
          <a:off x="620713" y="1669848"/>
          <a:ext cx="10515600" cy="4075938"/>
        </p:xfrm>
        <a:graphic>
          <a:graphicData uri="http://schemas.openxmlformats.org/drawingml/2006/table">
            <a:tbl>
              <a:tblPr/>
              <a:tblGrid>
                <a:gridCol w="10515600">
                  <a:extLst>
                    <a:ext uri="{9D8B030D-6E8A-4147-A177-3AD203B41FA5}">
                      <a16:colId xmlns:a16="http://schemas.microsoft.com/office/drawing/2014/main" val="977659811"/>
                    </a:ext>
                  </a:extLst>
                </a:gridCol>
              </a:tblGrid>
              <a:tr h="0">
                <a:tc>
                  <a:txBody>
                    <a:bodyPr/>
                    <a:lstStyle/>
                    <a:p>
                      <a:pPr algn="l" defTabSz="914400" rtl="0" eaLnBrk="1" fontAlgn="t" latinLnBrk="0" hangingPunct="1">
                        <a:lnSpc>
                          <a:spcPct val="90000"/>
                        </a:lnSpc>
                        <a:spcBef>
                          <a:spcPts val="1000"/>
                        </a:spcBef>
                        <a:buFont typeface="Arial" panose="020B0604020202020204" pitchFamily="34" charset="0"/>
                        <a:buNone/>
                      </a:pPr>
                      <a:r>
                        <a:rPr lang="en-US" sz="1800" b="1" kern="1200" dirty="0">
                          <a:solidFill>
                            <a:schemeClr val="tx1"/>
                          </a:solidFill>
                          <a:latin typeface="+mn-lt"/>
                          <a:ea typeface="+mn-ea"/>
                          <a:cs typeface="+mn-cs"/>
                        </a:rPr>
                        <a:t>Audit and IT General Controls (ITGC)</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Data extracted from business warehouses will be subject to ITGC review by systems assurance.</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Initial testing will use non‑production environments.</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Final ITGC scope will be determined with warehouse owners and relevant stakeholders.</a:t>
                      </a:r>
                    </a:p>
                    <a:p>
                      <a:pPr algn="l" defTabSz="914400" rtl="0" eaLnBrk="1" fontAlgn="t" latinLnBrk="0" hangingPunct="1">
                        <a:lnSpc>
                          <a:spcPct val="90000"/>
                        </a:lnSpc>
                        <a:spcBef>
                          <a:spcPts val="1000"/>
                        </a:spcBef>
                        <a:buFont typeface="Arial" panose="020B0604020202020204" pitchFamily="34" charset="0"/>
                        <a:buNone/>
                      </a:pPr>
                      <a:endParaRPr lang="en-US" sz="1800" b="0" kern="1200" dirty="0">
                        <a:solidFill>
                          <a:schemeClr val="tx1"/>
                        </a:solidFill>
                        <a:latin typeface="+mn-lt"/>
                        <a:ea typeface="+mn-ea"/>
                        <a:cs typeface="+mn-cs"/>
                      </a:endParaRPr>
                    </a:p>
                    <a:p>
                      <a:pPr algn="l" defTabSz="914400" rtl="0" eaLnBrk="1" fontAlgn="t" latinLnBrk="0" hangingPunct="1">
                        <a:lnSpc>
                          <a:spcPct val="90000"/>
                        </a:lnSpc>
                        <a:spcBef>
                          <a:spcPts val="1000"/>
                        </a:spcBef>
                        <a:buFont typeface="Arial" panose="020B0604020202020204" pitchFamily="34" charset="0"/>
                        <a:buNone/>
                      </a:pPr>
                      <a:r>
                        <a:rPr lang="en-US" sz="1800" b="1" kern="1200" dirty="0">
                          <a:solidFill>
                            <a:schemeClr val="tx1"/>
                          </a:solidFill>
                          <a:latin typeface="+mn-lt"/>
                          <a:ea typeface="+mn-ea"/>
                          <a:cs typeface="+mn-cs"/>
                        </a:rPr>
                        <a:t>Timeline and Quarterly Extraction</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Target is quarterly extraction, typically from 15 days after quarter end, subject to ledger closure.</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Testing and development are planned this calendar year.</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Production go‑live is targeted for FY27, subject to dependencies including warehouse cloud migration.</a:t>
                      </a:r>
                    </a:p>
                    <a:p>
                      <a:pPr marL="285750" indent="-285750" algn="l" defTabSz="914400" rtl="0" eaLnBrk="1" fontAlgn="t" latinLnBrk="0" hangingPunct="1">
                        <a:lnSpc>
                          <a:spcPct val="90000"/>
                        </a:lnSpc>
                        <a:spcBef>
                          <a:spcPts val="1000"/>
                        </a:spcBef>
                        <a:buFont typeface="Arial" panose="020B0604020202020204" pitchFamily="34" charset="0"/>
                        <a:buChar char="•"/>
                      </a:pPr>
                      <a:r>
                        <a:rPr lang="en-US" sz="1800" b="0" kern="1200" dirty="0">
                          <a:solidFill>
                            <a:schemeClr val="tx1"/>
                          </a:solidFill>
                          <a:latin typeface="+mn-lt"/>
                          <a:ea typeface="+mn-ea"/>
                          <a:cs typeface="+mn-cs"/>
                        </a:rPr>
                        <a:t>Manual processes will remain as a fallback if timelines shift</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39706892"/>
                  </a:ext>
                </a:extLst>
              </a:tr>
              <a:tr h="0">
                <a:tc>
                  <a:txBody>
                    <a:bodyPr/>
                    <a:lstStyle/>
                    <a:p>
                      <a:endParaRPr lang="en-AU" dirty="0"/>
                    </a:p>
                  </a:txBody>
                  <a:tcPr>
                    <a:lnL w="12700" cmpd="sng">
                      <a:noFill/>
                      <a:prstDash val="solid"/>
                    </a:lnL>
                    <a:lnR w="12700" cmpd="sng">
                      <a:noFill/>
                      <a:prstDash val="solid"/>
                    </a:lnR>
                    <a:lnT w="9525"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90896270"/>
                  </a:ext>
                </a:extLst>
              </a:tr>
            </a:tbl>
          </a:graphicData>
        </a:graphic>
      </p:graphicFrame>
    </p:spTree>
    <p:extLst>
      <p:ext uri="{BB962C8B-B14F-4D97-AF65-F5344CB8AC3E}">
        <p14:creationId xmlns:p14="http://schemas.microsoft.com/office/powerpoint/2010/main" val="1096245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AC85-924D-7F1A-37A1-49296A5E20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C89A0-D563-010F-1643-03FF29DCF4DC}"/>
              </a:ext>
            </a:extLst>
          </p:cNvPr>
          <p:cNvSpPr>
            <a:spLocks noGrp="1"/>
          </p:cNvSpPr>
          <p:nvPr>
            <p:ph type="ctrTitle"/>
          </p:nvPr>
        </p:nvSpPr>
        <p:spPr/>
        <p:txBody>
          <a:bodyPr/>
          <a:lstStyle/>
          <a:p>
            <a:r>
              <a:rPr lang="en-GB" dirty="0"/>
              <a:t>Related Business</a:t>
            </a:r>
            <a:endParaRPr lang="en-AU" dirty="0"/>
          </a:p>
        </p:txBody>
      </p:sp>
      <p:sp>
        <p:nvSpPr>
          <p:cNvPr id="3" name="Text Placeholder 2">
            <a:extLst>
              <a:ext uri="{FF2B5EF4-FFF2-40B4-BE49-F238E27FC236}">
                <a16:creationId xmlns:a16="http://schemas.microsoft.com/office/drawing/2014/main" id="{6071965F-114D-14DF-1CE0-0725895C71F7}"/>
              </a:ext>
            </a:extLst>
          </p:cNvPr>
          <p:cNvSpPr>
            <a:spLocks noGrp="1"/>
          </p:cNvSpPr>
          <p:nvPr>
            <p:ph type="body" sz="quarter" idx="11"/>
          </p:nvPr>
        </p:nvSpPr>
        <p:spPr/>
        <p:txBody>
          <a:bodyPr/>
          <a:lstStyle/>
          <a:p>
            <a:r>
              <a:rPr lang="en-GB" dirty="0"/>
              <a:t>March – April 2026</a:t>
            </a:r>
          </a:p>
        </p:txBody>
      </p:sp>
      <p:sp>
        <p:nvSpPr>
          <p:cNvPr id="4" name="Text Placeholder 3">
            <a:extLst>
              <a:ext uri="{FF2B5EF4-FFF2-40B4-BE49-F238E27FC236}">
                <a16:creationId xmlns:a16="http://schemas.microsoft.com/office/drawing/2014/main" id="{DD2A9C98-4100-69CE-580D-7E1A403FDF8F}"/>
              </a:ext>
            </a:extLst>
          </p:cNvPr>
          <p:cNvSpPr>
            <a:spLocks noGrp="1"/>
          </p:cNvSpPr>
          <p:nvPr>
            <p:ph type="body" sz="quarter" idx="12"/>
          </p:nvPr>
        </p:nvSpPr>
        <p:spPr/>
        <p:txBody>
          <a:bodyPr/>
          <a:lstStyle/>
          <a:p>
            <a:r>
              <a:rPr lang="en-AU" dirty="0"/>
              <a:t>02</a:t>
            </a:r>
          </a:p>
        </p:txBody>
      </p:sp>
    </p:spTree>
    <p:extLst>
      <p:ext uri="{BB962C8B-B14F-4D97-AF65-F5344CB8AC3E}">
        <p14:creationId xmlns:p14="http://schemas.microsoft.com/office/powerpoint/2010/main" val="261357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DB6C8-9774-22E2-E37A-E62DFF203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F5A78E-AC0C-DFBD-3140-13EE95C7E7C4}"/>
              </a:ext>
            </a:extLst>
          </p:cNvPr>
          <p:cNvSpPr>
            <a:spLocks noGrp="1"/>
          </p:cNvSpPr>
          <p:nvPr>
            <p:ph type="ctrTitle"/>
          </p:nvPr>
        </p:nvSpPr>
        <p:spPr/>
        <p:txBody>
          <a:bodyPr bIns="46800"/>
          <a:lstStyle/>
          <a:p>
            <a:r>
              <a:rPr lang="en-AU" dirty="0"/>
              <a:t>Related Business</a:t>
            </a:r>
          </a:p>
        </p:txBody>
      </p:sp>
      <p:sp>
        <p:nvSpPr>
          <p:cNvPr id="4" name="Text Placeholder 3">
            <a:extLst>
              <a:ext uri="{FF2B5EF4-FFF2-40B4-BE49-F238E27FC236}">
                <a16:creationId xmlns:a16="http://schemas.microsoft.com/office/drawing/2014/main" id="{BE59C6D3-4436-085E-59A5-EA410231AE08}"/>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8C39F3AF-71CB-77A8-79FC-A01D38510E51}"/>
              </a:ext>
            </a:extLst>
          </p:cNvPr>
          <p:cNvSpPr>
            <a:spLocks noGrp="1"/>
          </p:cNvSpPr>
          <p:nvPr>
            <p:ph type="body" sz="quarter" idx="14"/>
          </p:nvPr>
        </p:nvSpPr>
        <p:spPr/>
        <p:txBody>
          <a:bodyPr/>
          <a:lstStyle/>
          <a:p>
            <a:fld id="{B508F6BC-6EFC-47D7-B05F-6B59CD8D235D}" type="slidenum">
              <a:rPr lang="en-AU" smtClean="0"/>
              <a:t>10</a:t>
            </a:fld>
            <a:endParaRPr lang="en-AU" dirty="0"/>
          </a:p>
        </p:txBody>
      </p:sp>
      <p:sp>
        <p:nvSpPr>
          <p:cNvPr id="6" name="Text Placeholder 5">
            <a:extLst>
              <a:ext uri="{FF2B5EF4-FFF2-40B4-BE49-F238E27FC236}">
                <a16:creationId xmlns:a16="http://schemas.microsoft.com/office/drawing/2014/main" id="{D9F420B8-AB76-CF40-A5D5-78F658DED6A2}"/>
              </a:ext>
            </a:extLst>
          </p:cNvPr>
          <p:cNvSpPr>
            <a:spLocks noGrp="1"/>
          </p:cNvSpPr>
          <p:nvPr>
            <p:ph type="body" sz="quarter" idx="13"/>
          </p:nvPr>
        </p:nvSpPr>
        <p:spPr>
          <a:xfrm>
            <a:off x="334962" y="1469459"/>
            <a:ext cx="11520000" cy="3708000"/>
          </a:xfrm>
        </p:spPr>
        <p:txBody>
          <a:bodyPr lIns="91440" tIns="45720" rIns="91440" bIns="45720" anchor="t"/>
          <a:lstStyle/>
          <a:p>
            <a:pPr marL="0" indent="0">
              <a:buNone/>
            </a:pPr>
            <a:r>
              <a:rPr lang="en-AU" b="1" dirty="0"/>
              <a:t>Regular Data Download</a:t>
            </a:r>
            <a:endParaRPr lang="en-AU" dirty="0"/>
          </a:p>
          <a:p>
            <a:pPr lvl="0"/>
            <a:r>
              <a:rPr lang="en-AU" dirty="0"/>
              <a:t>Interim download due today (16 April 2026)</a:t>
            </a:r>
          </a:p>
          <a:p>
            <a:pPr marL="0" indent="0">
              <a:buNone/>
            </a:pPr>
            <a:r>
              <a:rPr lang="en-AU" b="1" dirty="0"/>
              <a:t>Other Data Requests</a:t>
            </a:r>
            <a:endParaRPr lang="en-AU" dirty="0"/>
          </a:p>
          <a:p>
            <a:pPr lvl="0"/>
            <a:r>
              <a:rPr lang="en-AU" dirty="0"/>
              <a:t>Premium labour data request</a:t>
            </a:r>
          </a:p>
          <a:p>
            <a:pPr marL="359410" indent="-359410"/>
            <a:r>
              <a:rPr lang="en-AU"/>
              <a:t>Internal controls and governance data request</a:t>
            </a:r>
          </a:p>
          <a:p>
            <a:pPr marL="0" indent="0">
              <a:buNone/>
            </a:pPr>
            <a:endParaRPr lang="en-AU" sz="1600" dirty="0"/>
          </a:p>
        </p:txBody>
      </p:sp>
    </p:spTree>
    <p:extLst>
      <p:ext uri="{BB962C8B-B14F-4D97-AF65-F5344CB8AC3E}">
        <p14:creationId xmlns:p14="http://schemas.microsoft.com/office/powerpoint/2010/main" val="679050606"/>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71443-F6A6-00D7-0767-CD7F3C3C9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D66C0-7F10-A6FB-5F0D-30F6CFCC80DD}"/>
              </a:ext>
            </a:extLst>
          </p:cNvPr>
          <p:cNvSpPr>
            <a:spLocks noGrp="1"/>
          </p:cNvSpPr>
          <p:nvPr>
            <p:ph type="ctrTitle"/>
          </p:nvPr>
        </p:nvSpPr>
        <p:spPr/>
        <p:txBody>
          <a:bodyPr/>
          <a:lstStyle/>
          <a:p>
            <a:r>
              <a:rPr lang="en-GB" dirty="0"/>
              <a:t>Questions &amp; Answers</a:t>
            </a:r>
            <a:endParaRPr lang="en-AU" dirty="0"/>
          </a:p>
        </p:txBody>
      </p:sp>
      <p:sp>
        <p:nvSpPr>
          <p:cNvPr id="4" name="Text Placeholder 3">
            <a:extLst>
              <a:ext uri="{FF2B5EF4-FFF2-40B4-BE49-F238E27FC236}">
                <a16:creationId xmlns:a16="http://schemas.microsoft.com/office/drawing/2014/main" id="{ED800C33-A215-807A-0C9A-B7A744A260A2}"/>
              </a:ext>
            </a:extLst>
          </p:cNvPr>
          <p:cNvSpPr>
            <a:spLocks noGrp="1"/>
          </p:cNvSpPr>
          <p:nvPr>
            <p:ph type="body" sz="quarter" idx="12"/>
          </p:nvPr>
        </p:nvSpPr>
        <p:spPr/>
        <p:txBody>
          <a:bodyPr/>
          <a:lstStyle/>
          <a:p>
            <a:r>
              <a:rPr lang="en-AU" dirty="0"/>
              <a:t>03</a:t>
            </a:r>
          </a:p>
        </p:txBody>
      </p:sp>
      <p:sp>
        <p:nvSpPr>
          <p:cNvPr id="6" name="Text Placeholder 5">
            <a:extLst>
              <a:ext uri="{FF2B5EF4-FFF2-40B4-BE49-F238E27FC236}">
                <a16:creationId xmlns:a16="http://schemas.microsoft.com/office/drawing/2014/main" id="{2ADB449A-63E4-6B19-EDD1-740D59508BC5}"/>
              </a:ext>
            </a:extLst>
          </p:cNvPr>
          <p:cNvSpPr>
            <a:spLocks noGrp="1"/>
          </p:cNvSpPr>
          <p:nvPr>
            <p:ph type="body" sz="quarter" idx="11"/>
          </p:nvPr>
        </p:nvSpPr>
        <p:spPr/>
        <p:txBody>
          <a:bodyPr/>
          <a:lstStyle/>
          <a:p>
            <a:r>
              <a:rPr lang="en-US" dirty="0"/>
              <a:t>Thank you for your time!</a:t>
            </a:r>
            <a:endParaRPr lang="en-AU" dirty="0"/>
          </a:p>
        </p:txBody>
      </p:sp>
    </p:spTree>
    <p:extLst>
      <p:ext uri="{BB962C8B-B14F-4D97-AF65-F5344CB8AC3E}">
        <p14:creationId xmlns:p14="http://schemas.microsoft.com/office/powerpoint/2010/main" val="23958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C3C7-56F1-074D-0293-9F359213A7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3A863-AD80-830E-3C7A-2645B4988EA5}"/>
              </a:ext>
            </a:extLst>
          </p:cNvPr>
          <p:cNvSpPr>
            <a:spLocks noGrp="1"/>
          </p:cNvSpPr>
          <p:nvPr>
            <p:ph type="ctrTitle"/>
          </p:nvPr>
        </p:nvSpPr>
        <p:spPr/>
        <p:txBody>
          <a:bodyPr bIns="46800"/>
          <a:lstStyle/>
          <a:p>
            <a:r>
              <a:rPr lang="en-AU" dirty="0"/>
              <a:t>Upcoming Meetings</a:t>
            </a:r>
          </a:p>
        </p:txBody>
      </p:sp>
      <p:sp>
        <p:nvSpPr>
          <p:cNvPr id="4" name="Text Placeholder 3">
            <a:extLst>
              <a:ext uri="{FF2B5EF4-FFF2-40B4-BE49-F238E27FC236}">
                <a16:creationId xmlns:a16="http://schemas.microsoft.com/office/drawing/2014/main" id="{4F7386C4-1AF3-7CD4-F220-BCE4DD451A20}"/>
              </a:ext>
            </a:extLst>
          </p:cNvPr>
          <p:cNvSpPr>
            <a:spLocks noGrp="1"/>
          </p:cNvSpPr>
          <p:nvPr>
            <p:ph type="body" sz="quarter" idx="12"/>
          </p:nvPr>
        </p:nvSpPr>
        <p:spPr/>
        <p:txBody>
          <a:bodyPr/>
          <a:lstStyle/>
          <a:p>
            <a:endParaRPr lang="en-AU"/>
          </a:p>
        </p:txBody>
      </p:sp>
      <p:sp>
        <p:nvSpPr>
          <p:cNvPr id="5" name="Text Placeholder 4">
            <a:extLst>
              <a:ext uri="{FF2B5EF4-FFF2-40B4-BE49-F238E27FC236}">
                <a16:creationId xmlns:a16="http://schemas.microsoft.com/office/drawing/2014/main" id="{C619BD66-C82B-2560-FF8A-AB6B4C9D816F}"/>
              </a:ext>
            </a:extLst>
          </p:cNvPr>
          <p:cNvSpPr>
            <a:spLocks noGrp="1"/>
          </p:cNvSpPr>
          <p:nvPr>
            <p:ph type="body" sz="quarter" idx="14"/>
          </p:nvPr>
        </p:nvSpPr>
        <p:spPr/>
        <p:txBody>
          <a:bodyPr/>
          <a:lstStyle/>
          <a:p>
            <a:fld id="{B508F6BC-6EFC-47D7-B05F-6B59CD8D235D}" type="slidenum">
              <a:rPr lang="en-AU" smtClean="0"/>
              <a:t>12</a:t>
            </a:fld>
            <a:endParaRPr lang="en-AU" dirty="0"/>
          </a:p>
        </p:txBody>
      </p:sp>
      <p:sp>
        <p:nvSpPr>
          <p:cNvPr id="6" name="Text Placeholder 5">
            <a:extLst>
              <a:ext uri="{FF2B5EF4-FFF2-40B4-BE49-F238E27FC236}">
                <a16:creationId xmlns:a16="http://schemas.microsoft.com/office/drawing/2014/main" id="{FEC8832D-66F8-E248-5C3F-02D04043317D}"/>
              </a:ext>
            </a:extLst>
          </p:cNvPr>
          <p:cNvSpPr>
            <a:spLocks noGrp="1"/>
          </p:cNvSpPr>
          <p:nvPr>
            <p:ph type="body" sz="quarter" idx="13"/>
          </p:nvPr>
        </p:nvSpPr>
        <p:spPr>
          <a:xfrm>
            <a:off x="334962" y="1469459"/>
            <a:ext cx="11520000" cy="3708000"/>
          </a:xfrm>
        </p:spPr>
        <p:txBody>
          <a:bodyPr lIns="91440" tIns="45720" rIns="91440" bIns="45720" anchor="t"/>
          <a:lstStyle/>
          <a:p>
            <a:pPr marL="0" indent="0">
              <a:buNone/>
            </a:pPr>
            <a:r>
              <a:rPr lang="en-AU" sz="2000" b="1" dirty="0"/>
              <a:t>Already scheduled:</a:t>
            </a:r>
            <a:endParaRPr lang="en-AU" sz="2000" dirty="0"/>
          </a:p>
          <a:p>
            <a:r>
              <a:rPr lang="en-AU" dirty="0"/>
              <a:t>15 May 2026</a:t>
            </a:r>
          </a:p>
          <a:p>
            <a:r>
              <a:rPr lang="en-AU" dirty="0"/>
              <a:t>16 June 2026</a:t>
            </a:r>
          </a:p>
          <a:p>
            <a:r>
              <a:rPr lang="en-AU" dirty="0"/>
              <a:t>15 July 2026</a:t>
            </a:r>
          </a:p>
          <a:p>
            <a:r>
              <a:rPr lang="en-AU" dirty="0"/>
              <a:t>18 August 2026</a:t>
            </a:r>
          </a:p>
          <a:p>
            <a:r>
              <a:rPr lang="en-AU" dirty="0"/>
              <a:t>15 September 2026</a:t>
            </a:r>
          </a:p>
          <a:p>
            <a:r>
              <a:rPr lang="en-AU" dirty="0"/>
              <a:t>15 October 2026</a:t>
            </a:r>
          </a:p>
          <a:p>
            <a:r>
              <a:rPr lang="en-AU" dirty="0"/>
              <a:t>17 November 2026</a:t>
            </a:r>
          </a:p>
          <a:p>
            <a:r>
              <a:rPr lang="en-AU" dirty="0"/>
              <a:t>16 December 2026</a:t>
            </a:r>
          </a:p>
        </p:txBody>
      </p:sp>
    </p:spTree>
    <p:extLst>
      <p:ext uri="{BB962C8B-B14F-4D97-AF65-F5344CB8AC3E}">
        <p14:creationId xmlns:p14="http://schemas.microsoft.com/office/powerpoint/2010/main" val="987486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182719"/>
      </p:ext>
    </p:extLst>
  </p:cSld>
  <p:clrMapOvr>
    <a:masterClrMapping/>
  </p:clrMapOvr>
</p:sld>
</file>

<file path=ppt/theme/theme1.xml><?xml version="1.0" encoding="utf-8"?>
<a:theme xmlns:a="http://schemas.openxmlformats.org/drawingml/2006/main" name="AONSW2025 - Master">
  <a:themeElements>
    <a:clrScheme name="Audit Office 2025">
      <a:dk1>
        <a:srgbClr val="3B3737"/>
      </a:dk1>
      <a:lt1>
        <a:sysClr val="window" lastClr="FFFFFF"/>
      </a:lt1>
      <a:dk2>
        <a:srgbClr val="E5E0DA"/>
      </a:dk2>
      <a:lt2>
        <a:srgbClr val="D54D45"/>
      </a:lt2>
      <a:accent1>
        <a:srgbClr val="5C6281"/>
      </a:accent1>
      <a:accent2>
        <a:srgbClr val="649D8F"/>
      </a:accent2>
      <a:accent3>
        <a:srgbClr val="75A9C2"/>
      </a:accent3>
      <a:accent4>
        <a:srgbClr val="FDC250"/>
      </a:accent4>
      <a:accent5>
        <a:srgbClr val="A3707B"/>
      </a:accent5>
      <a:accent6>
        <a:srgbClr val="AFAACC"/>
      </a:accent6>
      <a:hlink>
        <a:srgbClr val="808080"/>
      </a:hlink>
      <a:folHlink>
        <a:srgbClr val="80808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udit Office of NSW 2025 presentation template.potx  -  Read-Only" id="{C4DB7F0A-856A-4596-8263-C037ED3F0FF8}" vid="{E6E8AD5E-C8B7-4A26-88FF-107E55BE8A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d1737810-39fd-443c-95e5-e8080f20a85c" ContentTypeId="0x0101" PreviousValue="false"/>
</file>

<file path=customXml/item2.xml><?xml version="1.0" encoding="utf-8"?>
<ct:contentTypeSchema xmlns:ct="http://schemas.microsoft.com/office/2006/metadata/contentType" xmlns:ma="http://schemas.microsoft.com/office/2006/metadata/properties/metaAttributes" ct:_="" ma:_="" ma:contentTypeName="Template or form" ma:contentTypeID="0x010100A533A6C2B6A3DD43AE0DD13B0ABD02320500073EAC0A83F2F24A94D690727F40F124" ma:contentTypeVersion="20" ma:contentTypeDescription="Use this for documents that are templates or forms. " ma:contentTypeScope="" ma:versionID="edb7cebc20ee24ce3b26891b97a5eddc">
  <xsd:schema xmlns:xsd="http://www.w3.org/2001/XMLSchema" xmlns:xs="http://www.w3.org/2001/XMLSchema" xmlns:p="http://schemas.microsoft.com/office/2006/metadata/properties" xmlns:ns2="4f1f86c9-814a-40c0-abad-170505ea39eb" xmlns:ns3="cb55495c-a47d-4c59-88cf-3dd9af080c3e" xmlns:ns4="587d9dbd-ff00-440b-8535-e96edd2933f5" targetNamespace="http://schemas.microsoft.com/office/2006/metadata/properties" ma:root="true" ma:fieldsID="3d6209723d0778ae91ddcdd85c326a6b" ns2:_="" ns3:_="" ns4:_="">
    <xsd:import namespace="4f1f86c9-814a-40c0-abad-170505ea39eb"/>
    <xsd:import namespace="cb55495c-a47d-4c59-88cf-3dd9af080c3e"/>
    <xsd:import namespace="587d9dbd-ff00-440b-8535-e96edd2933f5"/>
    <xsd:element name="properties">
      <xsd:complexType>
        <xsd:sequence>
          <xsd:element name="documentManagement">
            <xsd:complexType>
              <xsd:all>
                <xsd:element ref="ns2:ff43260f35bb44e38cae833208014e6b" minOccurs="0"/>
                <xsd:element ref="ns2:TaxCatchAll" minOccurs="0"/>
                <xsd:element ref="ns2:TaxCatchAllLabel" minOccurs="0"/>
                <xsd:element ref="ns2:bb41260dceff475fb9c4139b789921ad" minOccurs="0"/>
                <xsd:element ref="ns3:Content_x0020_owner_x0020_next_x0020_review_x0020_date" minOccurs="0"/>
                <xsd:element ref="ns3:Content_x0020_owner_x0020_date_x0020_reviewed" minOccurs="0"/>
                <xsd:element ref="ns3:HPE_x0020_CM_x0020_revision_x0020_no" minOccurs="0"/>
                <xsd:element ref="ns4:Doesdoccontainhyperlinks_x003f_" minOccurs="0"/>
                <xsd:element ref="ns3:Owner_x0020__x0028_group_x0029_" minOccurs="0"/>
                <xsd:element ref="ns3:Date_x0020_last_x0020_reviewed" minOccurs="0"/>
                <xsd:element ref="ns3:Is_x0020_it_x0020_a_x0020_controlled_x0020_document_x003f_" minOccurs="0"/>
                <xsd:element ref="ns3:Sector" minOccurs="0"/>
                <xsd:element ref="ns3:Target_x0020_business_x0020_team" minOccurs="0"/>
                <xsd:element ref="ns3:HPE_x0020_CM_x0020_reference"/>
                <xsd:element ref="ns3:Content_x0020_owner" minOccurs="0"/>
                <xsd:element ref="ns3:Content_x0020_author" minOccurs="0"/>
                <xsd:element ref="ns3:Publishing_x0020_approver" minOccurs="0"/>
                <xsd:element ref="ns3:Publishing_x0020_date" minOccurs="0"/>
                <xsd:element ref="ns4: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1f86c9-814a-40c0-abad-170505ea39eb" elementFormDefault="qualified">
    <xsd:import namespace="http://schemas.microsoft.com/office/2006/documentManagement/types"/>
    <xsd:import namespace="http://schemas.microsoft.com/office/infopath/2007/PartnerControls"/>
    <xsd:element name="ff43260f35bb44e38cae833208014e6b" ma:index="8" nillable="true" ma:taxonomy="true" ma:internalName="ff43260f35bb44e38cae833208014e6b" ma:taxonomyFieldName="MM_DocumentType" ma:displayName="Document Type (Tag)" ma:readOnly="false" ma:default="" ma:fieldId="{ff43260f-35bb-44e3-8cae-833208014e6b}" ma:taxonomyMulti="true" ma:sspId="d1737810-39fd-443c-95e5-e8080f20a85c" ma:termSetId="7a99ac27-7dfc-48cd-b897-e5d5244fe6a3"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4833e1a1-2388-4c97-a38c-060f517c3cbb}" ma:internalName="TaxCatchAll" ma:showField="CatchAllData" ma:web="cb55495c-a47d-4c59-88cf-3dd9af080c3e">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4833e1a1-2388-4c97-a38c-060f517c3cbb}" ma:internalName="TaxCatchAllLabel" ma:readOnly="true" ma:showField="CatchAllDataLabel" ma:web="cb55495c-a47d-4c59-88cf-3dd9af080c3e">
      <xsd:complexType>
        <xsd:complexContent>
          <xsd:extension base="dms:MultiChoiceLookup">
            <xsd:sequence>
              <xsd:element name="Value" type="dms:Lookup" maxOccurs="unbounded" minOccurs="0" nillable="true"/>
            </xsd:sequence>
          </xsd:extension>
        </xsd:complexContent>
      </xsd:complexType>
    </xsd:element>
    <xsd:element name="bb41260dceff475fb9c4139b789921ad" ma:index="12" nillable="true" ma:taxonomy="true" ma:internalName="bb41260dceff475fb9c4139b789921ad" ma:taxonomyFieldName="MM_Department" ma:displayName="AO Business Unit (Tag)" ma:readOnly="false" ma:default="" ma:fieldId="{bb41260d-ceff-475f-b9c4-139b789921ad}" ma:taxonomyMulti="true" ma:sspId="d1737810-39fd-443c-95e5-e8080f20a85c" ma:termSetId="781079a5-2060-4bfc-8a4d-167f4de4123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b55495c-a47d-4c59-88cf-3dd9af080c3e" elementFormDefault="qualified">
    <xsd:import namespace="http://schemas.microsoft.com/office/2006/documentManagement/types"/>
    <xsd:import namespace="http://schemas.microsoft.com/office/infopath/2007/PartnerControls"/>
    <xsd:element name="Content_x0020_owner_x0020_next_x0020_review_x0020_date" ma:index="14" nillable="true" ma:displayName="Next review date" ma:format="DateOnly" ma:internalName="Content_x0020_owner_x0020_next_x0020_review_x0020_date">
      <xsd:simpleType>
        <xsd:restriction base="dms:DateTime"/>
      </xsd:simpleType>
    </xsd:element>
    <xsd:element name="Content_x0020_owner_x0020_date_x0020_reviewed" ma:index="15" nillable="true" ma:displayName="Content owner date reviewed" ma:format="DateOnly" ma:internalName="Content_x0020_owner_x0020_date_x0020_reviewed">
      <xsd:simpleType>
        <xsd:restriction base="dms:DateTime"/>
      </xsd:simpleType>
    </xsd:element>
    <xsd:element name="HPE_x0020_CM_x0020_revision_x0020_no" ma:index="16" nillable="true" ma:displayName="HPE CM revision no" ma:internalName="HPE_x0020_CM_x0020_revision_x0020_no">
      <xsd:simpleType>
        <xsd:restriction base="dms:Text">
          <xsd:maxLength value="255"/>
        </xsd:restriction>
      </xsd:simpleType>
    </xsd:element>
    <xsd:element name="Owner_x0020__x0028_group_x0029_" ma:index="18" nillable="true" ma:displayName="Owner" ma:format="Dropdown" ma:indexed="true" ma:internalName="Owner_x0020__x0028_group_x0029_">
      <xsd:simpleType>
        <xsd:restriction base="dms:Choice">
          <xsd:enumeration value="Finance and Performance Branch"/>
          <xsd:enumeration value="People and Culture"/>
          <xsd:enumeration value="Operations and Engagement"/>
          <xsd:enumeration value="Information Technology"/>
          <xsd:enumeration value="Governance"/>
          <xsd:enumeration value="Quality and Innovation Group"/>
          <xsd:enumeration value="Strategy and Innovation"/>
          <xsd:enumeration value="Performance Audit Branch"/>
          <xsd:enumeration value="ReClub"/>
          <xsd:enumeration value="Retain administration"/>
          <xsd:enumeration value="Audit administration"/>
          <xsd:enumeration value="Local government administration"/>
          <xsd:enumeration value="Systems Assurance and Cyber"/>
          <xsd:enumeration value="Accounting, Technical and Data"/>
        </xsd:restriction>
      </xsd:simpleType>
    </xsd:element>
    <xsd:element name="Date_x0020_last_x0020_reviewed" ma:index="19" nillable="true" ma:displayName="Date last reviewed" ma:format="DateOnly" ma:internalName="Date_x0020_last_x0020_reviewed">
      <xsd:simpleType>
        <xsd:restriction base="dms:DateTime"/>
      </xsd:simpleType>
    </xsd:element>
    <xsd:element name="Is_x0020_it_x0020_a_x0020_controlled_x0020_document_x003f_" ma:index="20" nillable="true" ma:displayName="Is it a controlled document?" ma:description="Applicable for Audit and Assurance documents" ma:format="Dropdown" ma:internalName="Is_x0020_it_x0020_a_x0020_controlled_x0020_document_x003F_">
      <xsd:simpleType>
        <xsd:restriction base="dms:Choice">
          <xsd:enumeration value="Yes"/>
          <xsd:enumeration value="No"/>
        </xsd:restriction>
      </xsd:simpleType>
    </xsd:element>
    <xsd:element name="Sector" ma:index="21" nillable="true" ma:displayName="Sector" ma:internalName="Sector">
      <xsd:complexType>
        <xsd:complexContent>
          <xsd:extension base="dms:MultiChoice">
            <xsd:sequence>
              <xsd:element name="Value" maxOccurs="unbounded" minOccurs="0" nillable="true">
                <xsd:simpleType>
                  <xsd:restriction base="dms:Choice">
                    <xsd:enumeration value="State government"/>
                    <xsd:enumeration value="Local government"/>
                    <xsd:enumeration value="University"/>
                  </xsd:restriction>
                </xsd:simpleType>
              </xsd:element>
            </xsd:sequence>
          </xsd:extension>
        </xsd:complexContent>
      </xsd:complexType>
    </xsd:element>
    <xsd:element name="Target_x0020_business_x0020_team" ma:index="22" nillable="true" ma:displayName="Target business team" ma:internalName="Target_x0020_business_x0020_team">
      <xsd:complexType>
        <xsd:complexContent>
          <xsd:extension base="dms:MultiChoice">
            <xsd:sequence>
              <xsd:element name="Value" maxOccurs="unbounded" minOccurs="0" nillable="true">
                <xsd:simpleType>
                  <xsd:restriction base="dms:Choice">
                    <xsd:enumeration value="FAB"/>
                    <xsd:enumeration value="PAB"/>
                    <xsd:enumeration value="All business teams"/>
                  </xsd:restriction>
                </xsd:simpleType>
              </xsd:element>
            </xsd:sequence>
          </xsd:extension>
        </xsd:complexContent>
      </xsd:complexType>
    </xsd:element>
    <xsd:element name="HPE_x0020_CM_x0020_reference" ma:index="23" ma:displayName="HPE CM or SP reference" ma:description="This is the record number from HPE CM of the document." ma:indexed="true" ma:internalName="HPE_x0020_CM_x0020_reference" ma:readOnly="false">
      <xsd:simpleType>
        <xsd:restriction base="dms:Text">
          <xsd:maxLength value="255"/>
        </xsd:restriction>
      </xsd:simpleType>
    </xsd:element>
    <xsd:element name="Content_x0020_owner" ma:index="24" nillable="true" ma:displayName="Content owner" ma:description="This the head of the business unit, who is responsible for the content of their team." ma:list="UserInfo" ma:SharePointGroup="0" ma:internalName="Content_x0020_own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_x0020_author" ma:index="25" nillable="true" ma:displayName="Content author" ma:description="This the person who usually does the first draft of a document/page." ma:list="UserInfo" ma:SharePointGroup="0" ma:internalName="Content_x0020_autho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_x0020_approver" ma:index="26" nillable="true" ma:displayName="Publication approver" ma:description="This is the Executive Manager Communications and Business Support or the Executive Director Professional Services who approves content to be published on Alfie as the last stop in the approval process." ma:list="UserInfo" ma:SharePointGroup="0" ma:internalName="Publishing_x0020_approv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_x0020_date" ma:index="27" nillable="true" ma:displayName="Publishing date" ma:format="DateOnly" ma:internalName="Publishing_x0020_date"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587d9dbd-ff00-440b-8535-e96edd2933f5" elementFormDefault="qualified">
    <xsd:import namespace="http://schemas.microsoft.com/office/2006/documentManagement/types"/>
    <xsd:import namespace="http://schemas.microsoft.com/office/infopath/2007/PartnerControls"/>
    <xsd:element name="Doesdoccontainhyperlinks_x003f_" ma:index="17" nillable="true" ma:displayName="Doc contains Alfie links?" ma:format="Dropdown" ma:internalName="Doesdoccontainhyperlinks_x003f_">
      <xsd:simpleType>
        <xsd:restriction base="dms:Choice">
          <xsd:enumeration value="Yes"/>
          <xsd:enumeration value="No"/>
        </xsd:restriction>
      </xsd:simpleType>
    </xsd:element>
    <xsd:element name="lcf76f155ced4ddcb4097134ff3c332f" ma:index="28" nillable="true" ma:displayName="Image Tags_0" ma:hidden="true" ma:internalName="lcf76f155ced4ddcb4097134ff3c332f">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TaxCatchAll xmlns="4f1f86c9-814a-40c0-abad-170505ea39eb" xsi:nil="true"/>
    <bb41260dceff475fb9c4139b789921ad xmlns="4f1f86c9-814a-40c0-abad-170505ea39eb">
      <Terms xmlns="http://schemas.microsoft.com/office/infopath/2007/PartnerControls"/>
    </bb41260dceff475fb9c4139b789921ad>
    <ff43260f35bb44e38cae833208014e6b xmlns="4f1f86c9-814a-40c0-abad-170505ea39eb">
      <Terms xmlns="http://schemas.microsoft.com/office/infopath/2007/PartnerControls"/>
    </ff43260f35bb44e38cae833208014e6b>
    <lcf76f155ced4ddcb4097134ff3c332f xmlns="587d9dbd-ff00-440b-8535-e96edd2933f5" xsi:nil="true"/>
    <Date_x0020_last_x0020_reviewed xmlns="cb55495c-a47d-4c59-88cf-3dd9af080c3e" xsi:nil="true"/>
    <Owner_x0020__x0028_group_x0029_ xmlns="cb55495c-a47d-4c59-88cf-3dd9af080c3e">Operations and Engagement</Owner_x0020__x0028_group_x0029_>
    <Publishing_x0020_approver xmlns="cb55495c-a47d-4c59-88cf-3dd9af080c3e">
      <UserInfo>
        <DisplayName/>
        <AccountId xsi:nil="true"/>
        <AccountType/>
      </UserInfo>
    </Publishing_x0020_approver>
    <Sector xmlns="cb55495c-a47d-4c59-88cf-3dd9af080c3e" xsi:nil="true"/>
    <Content_x0020_owner_x0020_next_x0020_review_x0020_date xmlns="cb55495c-a47d-4c59-88cf-3dd9af080c3e" xsi:nil="true"/>
    <Content_x0020_owner_x0020_date_x0020_reviewed xmlns="cb55495c-a47d-4c59-88cf-3dd9af080c3e" xsi:nil="true"/>
    <Content_x0020_author xmlns="cb55495c-a47d-4c59-88cf-3dd9af080c3e">
      <UserInfo>
        <DisplayName/>
        <AccountId xsi:nil="true"/>
        <AccountType/>
      </UserInfo>
    </Content_x0020_author>
    <HPE_x0020_CM_x0020_revision_x0020_no xmlns="cb55495c-a47d-4c59-88cf-3dd9af080c3e" xsi:nil="true"/>
    <Target_x0020_business_x0020_team xmlns="cb55495c-a47d-4c59-88cf-3dd9af080c3e" xsi:nil="true"/>
    <HPE_x0020_CM_x0020_reference xmlns="cb55495c-a47d-4c59-88cf-3dd9af080c3e">R001-1274268554-12603</HPE_x0020_CM_x0020_reference>
    <Is_x0020_it_x0020_a_x0020_controlled_x0020_document_x003f_ xmlns="cb55495c-a47d-4c59-88cf-3dd9af080c3e" xsi:nil="true"/>
    <Content_x0020_owner xmlns="cb55495c-a47d-4c59-88cf-3dd9af080c3e">
      <UserInfo>
        <DisplayName/>
        <AccountId xsi:nil="true"/>
        <AccountType/>
      </UserInfo>
    </Content_x0020_owner>
    <Publishing_x0020_date xmlns="cb55495c-a47d-4c59-88cf-3dd9af080c3e" xsi:nil="true"/>
    <Doesdoccontainhyperlinks_x003f_ xmlns="587d9dbd-ff00-440b-8535-e96edd2933f5" xsi:nil="true"/>
  </documentManagement>
</p:properties>
</file>

<file path=customXml/itemProps1.xml><?xml version="1.0" encoding="utf-8"?>
<ds:datastoreItem xmlns:ds="http://schemas.openxmlformats.org/officeDocument/2006/customXml" ds:itemID="{996D4B44-FAB3-4F9C-8D9B-E03939BEAF38}">
  <ds:schemaRefs>
    <ds:schemaRef ds:uri="Microsoft.SharePoint.Taxonomy.ContentTypeSync"/>
  </ds:schemaRefs>
</ds:datastoreItem>
</file>

<file path=customXml/itemProps2.xml><?xml version="1.0" encoding="utf-8"?>
<ds:datastoreItem xmlns:ds="http://schemas.openxmlformats.org/officeDocument/2006/customXml" ds:itemID="{0F215A2B-92D3-4108-B354-8E4A929FAA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1f86c9-814a-40c0-abad-170505ea39eb"/>
    <ds:schemaRef ds:uri="cb55495c-a47d-4c59-88cf-3dd9af080c3e"/>
    <ds:schemaRef ds:uri="587d9dbd-ff00-440b-8535-e96edd2933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7B069E-B601-4292-8DF8-057F031A3FFA}">
  <ds:schemaRefs>
    <ds:schemaRef ds:uri="http://schemas.microsoft.com/sharepoint/v3/contenttype/forms"/>
  </ds:schemaRefs>
</ds:datastoreItem>
</file>

<file path=customXml/itemProps4.xml><?xml version="1.0" encoding="utf-8"?>
<ds:datastoreItem xmlns:ds="http://schemas.openxmlformats.org/officeDocument/2006/customXml" ds:itemID="{C38F1288-00B1-4D7A-8C91-6B71A2F48986}">
  <ds:schemaRefs>
    <ds:schemaRef ds:uri="http://schemas.microsoft.com/sharepoint/v3"/>
    <ds:schemaRef ds:uri="http://schemas.microsoft.com/office/2006/documentManagement/types"/>
    <ds:schemaRef ds:uri="http://purl.org/dc/terms/"/>
    <ds:schemaRef ds:uri="http://schemas.openxmlformats.org/package/2006/metadata/core-properties"/>
    <ds:schemaRef ds:uri="http://schemas.microsoft.com/office/infopath/2007/PartnerControls"/>
    <ds:schemaRef ds:uri="0887f57e-c160-4a77-95eb-1f18dbe0d0dc"/>
    <ds:schemaRef ds:uri="http://purl.org/dc/elements/1.1/"/>
    <ds:schemaRef ds:uri="http://schemas.microsoft.com/sharepoint/v4"/>
    <ds:schemaRef ds:uri="0ed3a7aa-2592-46ee-b32c-c021eef18ec4"/>
    <ds:schemaRef ds:uri="http://www.w3.org/XML/1998/namespace"/>
    <ds:schemaRef ds:uri="4f1f86c9-814a-40c0-abad-170505ea39eb"/>
    <ds:schemaRef ds:uri="http://schemas.microsoft.com/office/2006/metadata/properties"/>
    <ds:schemaRef ds:uri="http://purl.org/dc/dcmitype/"/>
    <ds:schemaRef ds:uri="587d9dbd-ff00-440b-8535-e96edd2933f5"/>
    <ds:schemaRef ds:uri="cb55495c-a47d-4c59-88cf-3dd9af080c3e"/>
  </ds:schemaRefs>
</ds:datastoreItem>
</file>

<file path=docProps/app.xml><?xml version="1.0" encoding="utf-8"?>
<Properties xmlns="http://schemas.openxmlformats.org/officeDocument/2006/extended-properties" xmlns:vt="http://schemas.openxmlformats.org/officeDocument/2006/docPropsVTypes">
  <Template>Audit Office of NSW 2025 presentation template</Template>
  <TotalTime>129</TotalTime>
  <Words>596</Words>
  <Application>Microsoft Office PowerPoint</Application>
  <PresentationFormat>Widescreen</PresentationFormat>
  <Paragraphs>78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AONSW2025 - Master</vt:lpstr>
      <vt:lpstr>NSW Health Audit Office of New South Wales</vt:lpstr>
      <vt:lpstr>PowerPoint Presentation</vt:lpstr>
      <vt:lpstr>Monthly Update</vt:lpstr>
      <vt:lpstr>Key Developments</vt:lpstr>
      <vt:lpstr>Project Timeline Overview</vt:lpstr>
      <vt:lpstr>Project Timeline Overview (continued)</vt:lpstr>
      <vt:lpstr>Data Pipeline (to be updated)</vt:lpstr>
      <vt:lpstr>Key Risks and Forward Plan</vt:lpstr>
      <vt:lpstr>Related Business</vt:lpstr>
      <vt:lpstr>Related Business</vt:lpstr>
      <vt:lpstr>Questions &amp; Answers</vt:lpstr>
      <vt:lpstr>Upcoming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Akriti Mehra</dc:creator>
  <cp:lastModifiedBy>Barry Li</cp:lastModifiedBy>
  <cp:revision>12</cp:revision>
  <dcterms:created xsi:type="dcterms:W3CDTF">2025-10-14T02:14:39Z</dcterms:created>
  <dcterms:modified xsi:type="dcterms:W3CDTF">2026-04-16T00:59:37Z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0x010100A533A6C2B6A3DD43AE0DD13B0ABD02320500073EAC0A83F2F24A94D690727F40F124</vt:lpwstr>
  </property>
  <property fmtid="{D5CDD505-2E9C-101B-9397-08002B2CF9AE}" pid="3" name="MM_DocumentType">
    <vt:lpwstr/>
  </property>
  <property fmtid="{D5CDD505-2E9C-101B-9397-08002B2CF9AE}" pid="4" name="MM_Department">
    <vt:lpwstr/>
  </property>
  <property fmtid="{D5CDD505-2E9C-101B-9397-08002B2CF9AE}" pid="5" name="MediaServiceImageTags">
    <vt:lpwstr/>
  </property>
  <property fmtid="{D5CDD505-2E9C-101B-9397-08002B2CF9AE}" pid="6" name="MSIP_Label_45933546-8a4b-47ca-9fc0-7f2876f56164_Enabled">
    <vt:lpwstr>true</vt:lpwstr>
  </property>
  <property fmtid="{D5CDD505-2E9C-101B-9397-08002B2CF9AE}" pid="7" name="MSIP_Label_45933546-8a4b-47ca-9fc0-7f2876f56164_SetDate">
    <vt:lpwstr>2026-04-15T23:43:38Z</vt:lpwstr>
  </property>
  <property fmtid="{D5CDD505-2E9C-101B-9397-08002B2CF9AE}" pid="8" name="MSIP_Label_45933546-8a4b-47ca-9fc0-7f2876f56164_Method">
    <vt:lpwstr>Privileged</vt:lpwstr>
  </property>
  <property fmtid="{D5CDD505-2E9C-101B-9397-08002B2CF9AE}" pid="9" name="MSIP_Label_45933546-8a4b-47ca-9fc0-7f2876f56164_Name">
    <vt:lpwstr>Sensitive</vt:lpwstr>
  </property>
  <property fmtid="{D5CDD505-2E9C-101B-9397-08002B2CF9AE}" pid="10" name="MSIP_Label_45933546-8a4b-47ca-9fc0-7f2876f56164_SiteId">
    <vt:lpwstr>e0a86191-40f5-4bef-baca-17f641d765a8</vt:lpwstr>
  </property>
  <property fmtid="{D5CDD505-2E9C-101B-9397-08002B2CF9AE}" pid="11" name="MSIP_Label_45933546-8a4b-47ca-9fc0-7f2876f56164_ActionId">
    <vt:lpwstr>b33a25a7-9517-48d8-b04d-d9915afdfd64</vt:lpwstr>
  </property>
  <property fmtid="{D5CDD505-2E9C-101B-9397-08002B2CF9AE}" pid="12" name="MSIP_Label_45933546-8a4b-47ca-9fc0-7f2876f56164_ContentBits">
    <vt:lpwstr>3</vt:lpwstr>
  </property>
  <property fmtid="{D5CDD505-2E9C-101B-9397-08002B2CF9AE}" pid="13" name="MSIP_Label_45933546-8a4b-47ca-9fc0-7f2876f56164_Tag">
    <vt:lpwstr>10, 0, 1, 1</vt:lpwstr>
  </property>
  <property fmtid="{D5CDD505-2E9C-101B-9397-08002B2CF9AE}" pid="14" name="ClassificationContentMarkingFooterLocations">
    <vt:lpwstr>AONSW2025 - Master:5</vt:lpwstr>
  </property>
  <property fmtid="{D5CDD505-2E9C-101B-9397-08002B2CF9AE}" pid="15" name="ClassificationContentMarkingFooterText">
    <vt:lpwstr>OFFICIAL</vt:lpwstr>
  </property>
  <property fmtid="{D5CDD505-2E9C-101B-9397-08002B2CF9AE}" pid="16" name="ClassificationContentMarkingHeaderLocations">
    <vt:lpwstr>AONSW2025 - Master:4</vt:lpwstr>
  </property>
  <property fmtid="{D5CDD505-2E9C-101B-9397-08002B2CF9AE}" pid="17" name="ClassificationContentMarkingHeaderText">
    <vt:lpwstr>OFFICIAL</vt:lpwstr>
  </property>
</Properties>
</file>